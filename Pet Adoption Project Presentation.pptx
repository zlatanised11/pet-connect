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0" r:id="rId3"/>
    <p:sldId id="258" r:id="rId4"/>
    <p:sldId id="271" r:id="rId5"/>
    <p:sldId id="261" r:id="rId6"/>
    <p:sldId id="268" r:id="rId7"/>
    <p:sldId id="269" r:id="rId8"/>
    <p:sldId id="262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8D9057-3CF4-BCC8-AAFB-6845AC80E9F5}" v="18" dt="2025-04-14T16:29:12.566"/>
    <p1510:client id="{8D98E9AE-6933-524E-4532-864713AAD408}" v="263" dt="2025-04-14T15:50:17.4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sv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10" Type="http://schemas.openxmlformats.org/officeDocument/2006/relationships/image" Target="../media/image37.svg"/><Relationship Id="rId4" Type="http://schemas.openxmlformats.org/officeDocument/2006/relationships/image" Target="../media/image31.svg"/><Relationship Id="rId9" Type="http://schemas.openxmlformats.org/officeDocument/2006/relationships/image" Target="../media/image36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sv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10" Type="http://schemas.openxmlformats.org/officeDocument/2006/relationships/image" Target="../media/image37.svg"/><Relationship Id="rId4" Type="http://schemas.openxmlformats.org/officeDocument/2006/relationships/image" Target="../media/image31.svg"/><Relationship Id="rId9" Type="http://schemas.openxmlformats.org/officeDocument/2006/relationships/image" Target="../media/image3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24A9623-8E9B-4621-8248-DA3BA2CB44B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A1DF77D5-71FA-48E1-A20B-3029950F39E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Backend: Java with Spring Boot</a:t>
          </a:r>
        </a:p>
      </dgm:t>
    </dgm:pt>
    <dgm:pt modelId="{27FBD124-882C-447A-9BAD-DBDA6B62C7CE}" type="parTrans" cxnId="{0A8D2750-11C8-4E70-99A1-0947BEAE1F28}">
      <dgm:prSet/>
      <dgm:spPr/>
      <dgm:t>
        <a:bodyPr/>
        <a:lstStyle/>
        <a:p>
          <a:endParaRPr lang="en-US"/>
        </a:p>
      </dgm:t>
    </dgm:pt>
    <dgm:pt modelId="{029C6E51-3AD8-48EF-88C0-B3FA454F339F}" type="sibTrans" cxnId="{0A8D2750-11C8-4E70-99A1-0947BEAE1F28}">
      <dgm:prSet/>
      <dgm:spPr/>
      <dgm:t>
        <a:bodyPr/>
        <a:lstStyle/>
        <a:p>
          <a:endParaRPr lang="en-US"/>
        </a:p>
      </dgm:t>
    </dgm:pt>
    <dgm:pt modelId="{BAD56843-381B-4B5E-99D7-D8FB6FA3993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Frontend: React.js, HTML, CSS</a:t>
          </a:r>
        </a:p>
      </dgm:t>
    </dgm:pt>
    <dgm:pt modelId="{61C550AD-5048-48E6-A227-A8C53CE41CB0}" type="parTrans" cxnId="{355B3A8D-15D0-42A5-9FDA-AEE712572D67}">
      <dgm:prSet/>
      <dgm:spPr/>
      <dgm:t>
        <a:bodyPr/>
        <a:lstStyle/>
        <a:p>
          <a:endParaRPr lang="en-US"/>
        </a:p>
      </dgm:t>
    </dgm:pt>
    <dgm:pt modelId="{EFFCE81F-B048-42CC-B172-99A9028843EE}" type="sibTrans" cxnId="{355B3A8D-15D0-42A5-9FDA-AEE712572D67}">
      <dgm:prSet/>
      <dgm:spPr/>
      <dgm:t>
        <a:bodyPr/>
        <a:lstStyle/>
        <a:p>
          <a:endParaRPr lang="en-US"/>
        </a:p>
      </dgm:t>
    </dgm:pt>
    <dgm:pt modelId="{FDAEDA9A-D407-421A-BDFC-19879A7F1DF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Database: MongoDB</a:t>
          </a:r>
        </a:p>
      </dgm:t>
    </dgm:pt>
    <dgm:pt modelId="{262B13CA-D274-4FBA-A9AF-92C1543F49B2}" type="parTrans" cxnId="{8668F1AB-C179-4905-A3EE-78DC1B4421F4}">
      <dgm:prSet/>
      <dgm:spPr/>
      <dgm:t>
        <a:bodyPr/>
        <a:lstStyle/>
        <a:p>
          <a:endParaRPr lang="en-US"/>
        </a:p>
      </dgm:t>
    </dgm:pt>
    <dgm:pt modelId="{5B14CCA7-CB01-4FC4-9C5F-D24AE77FD150}" type="sibTrans" cxnId="{8668F1AB-C179-4905-A3EE-78DC1B4421F4}">
      <dgm:prSet/>
      <dgm:spPr/>
      <dgm:t>
        <a:bodyPr/>
        <a:lstStyle/>
        <a:p>
          <a:endParaRPr lang="en-US"/>
        </a:p>
      </dgm:t>
    </dgm:pt>
    <dgm:pt modelId="{53922EB7-DCD9-475C-BA65-171B32796727}">
      <dgm:prSet/>
      <dgm:spPr/>
      <dgm:t>
        <a:bodyPr/>
        <a:lstStyle/>
        <a:p>
          <a:pPr rtl="0">
            <a:lnSpc>
              <a:spcPct val="100000"/>
            </a:lnSpc>
          </a:pPr>
          <a:r>
            <a:rPr lang="en-US" dirty="0"/>
            <a:t>Logging: CSV files</a:t>
          </a:r>
          <a:r>
            <a:rPr lang="en-US" dirty="0">
              <a:latin typeface="Calibri"/>
            </a:rPr>
            <a:t> for listing's CRUD updates</a:t>
          </a:r>
          <a:endParaRPr lang="en-US" dirty="0"/>
        </a:p>
      </dgm:t>
    </dgm:pt>
    <dgm:pt modelId="{9B2CA492-1CBA-44A8-8B58-28208897AE11}" type="parTrans" cxnId="{9475C540-E7DA-4766-AF66-E4D6E7112F8E}">
      <dgm:prSet/>
      <dgm:spPr/>
      <dgm:t>
        <a:bodyPr/>
        <a:lstStyle/>
        <a:p>
          <a:endParaRPr lang="en-US"/>
        </a:p>
      </dgm:t>
    </dgm:pt>
    <dgm:pt modelId="{9B802B43-9CDA-4DCA-B371-1F617B979D8F}" type="sibTrans" cxnId="{9475C540-E7DA-4766-AF66-E4D6E7112F8E}">
      <dgm:prSet/>
      <dgm:spPr/>
      <dgm:t>
        <a:bodyPr/>
        <a:lstStyle/>
        <a:p>
          <a:endParaRPr lang="en-US"/>
        </a:p>
      </dgm:t>
    </dgm:pt>
    <dgm:pt modelId="{1F0FAF92-753A-4C3A-BA7E-E83C9CE86F3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IDE: Eclipse</a:t>
          </a:r>
        </a:p>
      </dgm:t>
    </dgm:pt>
    <dgm:pt modelId="{0A184007-86C1-44DC-BBAE-5F3CD884D56F}" type="parTrans" cxnId="{3BB67C15-CDC5-4CB1-82AD-1883E269DA05}">
      <dgm:prSet/>
      <dgm:spPr/>
      <dgm:t>
        <a:bodyPr/>
        <a:lstStyle/>
        <a:p>
          <a:endParaRPr lang="en-US"/>
        </a:p>
      </dgm:t>
    </dgm:pt>
    <dgm:pt modelId="{FE1CF0AE-7E86-4DF7-9298-DC204A5F4337}" type="sibTrans" cxnId="{3BB67C15-CDC5-4CB1-82AD-1883E269DA05}">
      <dgm:prSet/>
      <dgm:spPr/>
      <dgm:t>
        <a:bodyPr/>
        <a:lstStyle/>
        <a:p>
          <a:endParaRPr lang="en-US"/>
        </a:p>
      </dgm:t>
    </dgm:pt>
    <dgm:pt modelId="{349EA275-7E78-4DE3-A6A1-61492E4EC8A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Testing: Manual via UI &amp; Console</a:t>
          </a:r>
        </a:p>
      </dgm:t>
    </dgm:pt>
    <dgm:pt modelId="{22BBE57C-45F5-4F25-B3BC-0113929CE2AC}" type="parTrans" cxnId="{3CCCBBBA-1447-4BC6-AB49-9FC2BF0B2FDB}">
      <dgm:prSet/>
      <dgm:spPr/>
      <dgm:t>
        <a:bodyPr/>
        <a:lstStyle/>
        <a:p>
          <a:endParaRPr lang="en-US"/>
        </a:p>
      </dgm:t>
    </dgm:pt>
    <dgm:pt modelId="{BB935071-4953-4E61-9ADD-868AC2F14352}" type="sibTrans" cxnId="{3CCCBBBA-1447-4BC6-AB49-9FC2BF0B2FDB}">
      <dgm:prSet/>
      <dgm:spPr/>
      <dgm:t>
        <a:bodyPr/>
        <a:lstStyle/>
        <a:p>
          <a:endParaRPr lang="en-US"/>
        </a:p>
      </dgm:t>
    </dgm:pt>
    <dgm:pt modelId="{03A35D31-14F1-4D33-9B04-59E8C9C8803B}" type="pres">
      <dgm:prSet presAssocID="{F24A9623-8E9B-4621-8248-DA3BA2CB44BB}" presName="root" presStyleCnt="0">
        <dgm:presLayoutVars>
          <dgm:dir/>
          <dgm:resizeHandles val="exact"/>
        </dgm:presLayoutVars>
      </dgm:prSet>
      <dgm:spPr/>
    </dgm:pt>
    <dgm:pt modelId="{CA86F024-829B-43C3-A554-C8C8A51DF015}" type="pres">
      <dgm:prSet presAssocID="{A1DF77D5-71FA-48E1-A20B-3029950F39E1}" presName="compNode" presStyleCnt="0"/>
      <dgm:spPr/>
    </dgm:pt>
    <dgm:pt modelId="{5B30EE9C-F483-40D4-84E9-0DE2C1466AE2}" type="pres">
      <dgm:prSet presAssocID="{A1DF77D5-71FA-48E1-A20B-3029950F39E1}" presName="bgRect" presStyleLbl="bgShp" presStyleIdx="0" presStyleCnt="6"/>
      <dgm:spPr/>
    </dgm:pt>
    <dgm:pt modelId="{9DC3467E-541B-41A8-BBE6-94308DF3F427}" type="pres">
      <dgm:prSet presAssocID="{A1DF77D5-71FA-48E1-A20B-3029950F39E1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FF0F19E4-E527-4411-B838-5A7438000332}" type="pres">
      <dgm:prSet presAssocID="{A1DF77D5-71FA-48E1-A20B-3029950F39E1}" presName="spaceRect" presStyleCnt="0"/>
      <dgm:spPr/>
    </dgm:pt>
    <dgm:pt modelId="{F3A40F8B-BACC-4FA1-87E7-EEF5CB6F3CAA}" type="pres">
      <dgm:prSet presAssocID="{A1DF77D5-71FA-48E1-A20B-3029950F39E1}" presName="parTx" presStyleLbl="revTx" presStyleIdx="0" presStyleCnt="6">
        <dgm:presLayoutVars>
          <dgm:chMax val="0"/>
          <dgm:chPref val="0"/>
        </dgm:presLayoutVars>
      </dgm:prSet>
      <dgm:spPr/>
    </dgm:pt>
    <dgm:pt modelId="{CF07DD80-B68D-4D6F-8DF5-A5DFF158FB3A}" type="pres">
      <dgm:prSet presAssocID="{029C6E51-3AD8-48EF-88C0-B3FA454F339F}" presName="sibTrans" presStyleCnt="0"/>
      <dgm:spPr/>
    </dgm:pt>
    <dgm:pt modelId="{AD3CEE9A-8998-45B8-8193-E13096D47821}" type="pres">
      <dgm:prSet presAssocID="{BAD56843-381B-4B5E-99D7-D8FB6FA39934}" presName="compNode" presStyleCnt="0"/>
      <dgm:spPr/>
    </dgm:pt>
    <dgm:pt modelId="{94A1FFED-D3FA-4E69-8C36-1F8053AE2224}" type="pres">
      <dgm:prSet presAssocID="{BAD56843-381B-4B5E-99D7-D8FB6FA39934}" presName="bgRect" presStyleLbl="bgShp" presStyleIdx="1" presStyleCnt="6"/>
      <dgm:spPr/>
    </dgm:pt>
    <dgm:pt modelId="{0AFB235F-1A1C-44AB-8497-847D55534594}" type="pres">
      <dgm:prSet presAssocID="{BAD56843-381B-4B5E-99D7-D8FB6FA39934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0B2B48DF-97F4-40D9-87EF-191F575DCB95}" type="pres">
      <dgm:prSet presAssocID="{BAD56843-381B-4B5E-99D7-D8FB6FA39934}" presName="spaceRect" presStyleCnt="0"/>
      <dgm:spPr/>
    </dgm:pt>
    <dgm:pt modelId="{F0220EA3-9314-4F96-AB61-0EBB686BDD9F}" type="pres">
      <dgm:prSet presAssocID="{BAD56843-381B-4B5E-99D7-D8FB6FA39934}" presName="parTx" presStyleLbl="revTx" presStyleIdx="1" presStyleCnt="6">
        <dgm:presLayoutVars>
          <dgm:chMax val="0"/>
          <dgm:chPref val="0"/>
        </dgm:presLayoutVars>
      </dgm:prSet>
      <dgm:spPr/>
    </dgm:pt>
    <dgm:pt modelId="{12553C30-7774-403A-B771-4ABA99B67E50}" type="pres">
      <dgm:prSet presAssocID="{EFFCE81F-B048-42CC-B172-99A9028843EE}" presName="sibTrans" presStyleCnt="0"/>
      <dgm:spPr/>
    </dgm:pt>
    <dgm:pt modelId="{30B15DEF-D36A-462C-8FBB-77FD87F903CD}" type="pres">
      <dgm:prSet presAssocID="{FDAEDA9A-D407-421A-BDFC-19879A7F1DFE}" presName="compNode" presStyleCnt="0"/>
      <dgm:spPr/>
    </dgm:pt>
    <dgm:pt modelId="{AC3CA2D1-8E34-4D33-A1C0-8D82DD43256E}" type="pres">
      <dgm:prSet presAssocID="{FDAEDA9A-D407-421A-BDFC-19879A7F1DFE}" presName="bgRect" presStyleLbl="bgShp" presStyleIdx="2" presStyleCnt="6"/>
      <dgm:spPr/>
    </dgm:pt>
    <dgm:pt modelId="{9F90D7FB-05D8-45AB-9031-6FB5310826D1}" type="pres">
      <dgm:prSet presAssocID="{FDAEDA9A-D407-421A-BDFC-19879A7F1DFE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EC7CBBE8-769D-4C7E-93BC-357BB3854645}" type="pres">
      <dgm:prSet presAssocID="{FDAEDA9A-D407-421A-BDFC-19879A7F1DFE}" presName="spaceRect" presStyleCnt="0"/>
      <dgm:spPr/>
    </dgm:pt>
    <dgm:pt modelId="{53925A01-53C6-489A-9C34-4674101C1191}" type="pres">
      <dgm:prSet presAssocID="{FDAEDA9A-D407-421A-BDFC-19879A7F1DFE}" presName="parTx" presStyleLbl="revTx" presStyleIdx="2" presStyleCnt="6">
        <dgm:presLayoutVars>
          <dgm:chMax val="0"/>
          <dgm:chPref val="0"/>
        </dgm:presLayoutVars>
      </dgm:prSet>
      <dgm:spPr/>
    </dgm:pt>
    <dgm:pt modelId="{503998CD-7E26-4010-879D-9107C7512B0C}" type="pres">
      <dgm:prSet presAssocID="{5B14CCA7-CB01-4FC4-9C5F-D24AE77FD150}" presName="sibTrans" presStyleCnt="0"/>
      <dgm:spPr/>
    </dgm:pt>
    <dgm:pt modelId="{FAA71A2E-3A68-42F2-B24C-12322250535B}" type="pres">
      <dgm:prSet presAssocID="{53922EB7-DCD9-475C-BA65-171B32796727}" presName="compNode" presStyleCnt="0"/>
      <dgm:spPr/>
    </dgm:pt>
    <dgm:pt modelId="{C47DE4C1-BD50-491C-9C89-B9899C1329E2}" type="pres">
      <dgm:prSet presAssocID="{53922EB7-DCD9-475C-BA65-171B32796727}" presName="bgRect" presStyleLbl="bgShp" presStyleIdx="3" presStyleCnt="6"/>
      <dgm:spPr/>
    </dgm:pt>
    <dgm:pt modelId="{512AD557-43BB-4EBE-82E9-63853391B43D}" type="pres">
      <dgm:prSet presAssocID="{53922EB7-DCD9-475C-BA65-171B32796727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AF33AC48-B910-4B1B-ABB1-E1B157B79A7E}" type="pres">
      <dgm:prSet presAssocID="{53922EB7-DCD9-475C-BA65-171B32796727}" presName="spaceRect" presStyleCnt="0"/>
      <dgm:spPr/>
    </dgm:pt>
    <dgm:pt modelId="{8AA9CF9C-D893-4508-8C73-3F35D61943B6}" type="pres">
      <dgm:prSet presAssocID="{53922EB7-DCD9-475C-BA65-171B32796727}" presName="parTx" presStyleLbl="revTx" presStyleIdx="3" presStyleCnt="6">
        <dgm:presLayoutVars>
          <dgm:chMax val="0"/>
          <dgm:chPref val="0"/>
        </dgm:presLayoutVars>
      </dgm:prSet>
      <dgm:spPr/>
    </dgm:pt>
    <dgm:pt modelId="{9FE2F14D-CA74-4CC7-9581-D7D44BC209A8}" type="pres">
      <dgm:prSet presAssocID="{9B802B43-9CDA-4DCA-B371-1F617B979D8F}" presName="sibTrans" presStyleCnt="0"/>
      <dgm:spPr/>
    </dgm:pt>
    <dgm:pt modelId="{170D006C-581F-45CA-B2BC-BF0418405358}" type="pres">
      <dgm:prSet presAssocID="{1F0FAF92-753A-4C3A-BA7E-E83C9CE86F3B}" presName="compNode" presStyleCnt="0"/>
      <dgm:spPr/>
    </dgm:pt>
    <dgm:pt modelId="{89257ED8-373E-4FD4-B18F-AA92D3D7688F}" type="pres">
      <dgm:prSet presAssocID="{1F0FAF92-753A-4C3A-BA7E-E83C9CE86F3B}" presName="bgRect" presStyleLbl="bgShp" presStyleIdx="4" presStyleCnt="6"/>
      <dgm:spPr/>
    </dgm:pt>
    <dgm:pt modelId="{69EF201C-F7CC-467A-BA35-476AD8BF9319}" type="pres">
      <dgm:prSet presAssocID="{1F0FAF92-753A-4C3A-BA7E-E83C9CE86F3B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B7555450-37EF-49C3-B585-F52673997EAB}" type="pres">
      <dgm:prSet presAssocID="{1F0FAF92-753A-4C3A-BA7E-E83C9CE86F3B}" presName="spaceRect" presStyleCnt="0"/>
      <dgm:spPr/>
    </dgm:pt>
    <dgm:pt modelId="{9A2B7598-7153-4F1A-88A9-18E2A1BF5643}" type="pres">
      <dgm:prSet presAssocID="{1F0FAF92-753A-4C3A-BA7E-E83C9CE86F3B}" presName="parTx" presStyleLbl="revTx" presStyleIdx="4" presStyleCnt="6">
        <dgm:presLayoutVars>
          <dgm:chMax val="0"/>
          <dgm:chPref val="0"/>
        </dgm:presLayoutVars>
      </dgm:prSet>
      <dgm:spPr/>
    </dgm:pt>
    <dgm:pt modelId="{CE3A618C-E777-4A28-ACC2-32FBA8618342}" type="pres">
      <dgm:prSet presAssocID="{FE1CF0AE-7E86-4DF7-9298-DC204A5F4337}" presName="sibTrans" presStyleCnt="0"/>
      <dgm:spPr/>
    </dgm:pt>
    <dgm:pt modelId="{E24C7F2C-1B1F-4489-B81A-97DCF7810728}" type="pres">
      <dgm:prSet presAssocID="{349EA275-7E78-4DE3-A6A1-61492E4EC8A1}" presName="compNode" presStyleCnt="0"/>
      <dgm:spPr/>
    </dgm:pt>
    <dgm:pt modelId="{224129F1-C31C-4F27-96FA-F68B5F760BC8}" type="pres">
      <dgm:prSet presAssocID="{349EA275-7E78-4DE3-A6A1-61492E4EC8A1}" presName="bgRect" presStyleLbl="bgShp" presStyleIdx="5" presStyleCnt="6"/>
      <dgm:spPr/>
    </dgm:pt>
    <dgm:pt modelId="{9AA45A4F-03CA-44C4-9765-207229AD5EB4}" type="pres">
      <dgm:prSet presAssocID="{349EA275-7E78-4DE3-A6A1-61492E4EC8A1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FF7E79BC-2DC3-49C4-AD8F-D071DFF351BA}" type="pres">
      <dgm:prSet presAssocID="{349EA275-7E78-4DE3-A6A1-61492E4EC8A1}" presName="spaceRect" presStyleCnt="0"/>
      <dgm:spPr/>
    </dgm:pt>
    <dgm:pt modelId="{7BC10E25-50C2-4CDF-A25F-2FEDEC098C22}" type="pres">
      <dgm:prSet presAssocID="{349EA275-7E78-4DE3-A6A1-61492E4EC8A1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3BB67C15-CDC5-4CB1-82AD-1883E269DA05}" srcId="{F24A9623-8E9B-4621-8248-DA3BA2CB44BB}" destId="{1F0FAF92-753A-4C3A-BA7E-E83C9CE86F3B}" srcOrd="4" destOrd="0" parTransId="{0A184007-86C1-44DC-BBAE-5F3CD884D56F}" sibTransId="{FE1CF0AE-7E86-4DF7-9298-DC204A5F4337}"/>
    <dgm:cxn modelId="{9475C540-E7DA-4766-AF66-E4D6E7112F8E}" srcId="{F24A9623-8E9B-4621-8248-DA3BA2CB44BB}" destId="{53922EB7-DCD9-475C-BA65-171B32796727}" srcOrd="3" destOrd="0" parTransId="{9B2CA492-1CBA-44A8-8B58-28208897AE11}" sibTransId="{9B802B43-9CDA-4DCA-B371-1F617B979D8F}"/>
    <dgm:cxn modelId="{1EF42C68-C9CB-4DE0-A895-3A28A0184EFC}" type="presOf" srcId="{F24A9623-8E9B-4621-8248-DA3BA2CB44BB}" destId="{03A35D31-14F1-4D33-9B04-59E8C9C8803B}" srcOrd="0" destOrd="0" presId="urn:microsoft.com/office/officeart/2018/2/layout/IconVerticalSolidList"/>
    <dgm:cxn modelId="{0A8D2750-11C8-4E70-99A1-0947BEAE1F28}" srcId="{F24A9623-8E9B-4621-8248-DA3BA2CB44BB}" destId="{A1DF77D5-71FA-48E1-A20B-3029950F39E1}" srcOrd="0" destOrd="0" parTransId="{27FBD124-882C-447A-9BAD-DBDA6B62C7CE}" sibTransId="{029C6E51-3AD8-48EF-88C0-B3FA454F339F}"/>
    <dgm:cxn modelId="{98542D80-3B3E-4457-B723-06B6E3DE2B65}" type="presOf" srcId="{1F0FAF92-753A-4C3A-BA7E-E83C9CE86F3B}" destId="{9A2B7598-7153-4F1A-88A9-18E2A1BF5643}" srcOrd="0" destOrd="0" presId="urn:microsoft.com/office/officeart/2018/2/layout/IconVerticalSolidList"/>
    <dgm:cxn modelId="{8CF99683-4BB5-4ED3-8528-BE9573D17EDF}" type="presOf" srcId="{349EA275-7E78-4DE3-A6A1-61492E4EC8A1}" destId="{7BC10E25-50C2-4CDF-A25F-2FEDEC098C22}" srcOrd="0" destOrd="0" presId="urn:microsoft.com/office/officeart/2018/2/layout/IconVerticalSolidList"/>
    <dgm:cxn modelId="{355B3A8D-15D0-42A5-9FDA-AEE712572D67}" srcId="{F24A9623-8E9B-4621-8248-DA3BA2CB44BB}" destId="{BAD56843-381B-4B5E-99D7-D8FB6FA39934}" srcOrd="1" destOrd="0" parTransId="{61C550AD-5048-48E6-A227-A8C53CE41CB0}" sibTransId="{EFFCE81F-B048-42CC-B172-99A9028843EE}"/>
    <dgm:cxn modelId="{488EED97-0266-45DA-8192-7ED2EFE0EDE2}" type="presOf" srcId="{BAD56843-381B-4B5E-99D7-D8FB6FA39934}" destId="{F0220EA3-9314-4F96-AB61-0EBB686BDD9F}" srcOrd="0" destOrd="0" presId="urn:microsoft.com/office/officeart/2018/2/layout/IconVerticalSolidList"/>
    <dgm:cxn modelId="{8668F1AB-C179-4905-A3EE-78DC1B4421F4}" srcId="{F24A9623-8E9B-4621-8248-DA3BA2CB44BB}" destId="{FDAEDA9A-D407-421A-BDFC-19879A7F1DFE}" srcOrd="2" destOrd="0" parTransId="{262B13CA-D274-4FBA-A9AF-92C1543F49B2}" sibTransId="{5B14CCA7-CB01-4FC4-9C5F-D24AE77FD150}"/>
    <dgm:cxn modelId="{3CCCBBBA-1447-4BC6-AB49-9FC2BF0B2FDB}" srcId="{F24A9623-8E9B-4621-8248-DA3BA2CB44BB}" destId="{349EA275-7E78-4DE3-A6A1-61492E4EC8A1}" srcOrd="5" destOrd="0" parTransId="{22BBE57C-45F5-4F25-B3BC-0113929CE2AC}" sibTransId="{BB935071-4953-4E61-9ADD-868AC2F14352}"/>
    <dgm:cxn modelId="{CB8B93C5-B3B9-4D7D-A68E-DE0DC426C062}" type="presOf" srcId="{53922EB7-DCD9-475C-BA65-171B32796727}" destId="{8AA9CF9C-D893-4508-8C73-3F35D61943B6}" srcOrd="0" destOrd="0" presId="urn:microsoft.com/office/officeart/2018/2/layout/IconVerticalSolidList"/>
    <dgm:cxn modelId="{860505E1-F322-45DE-833F-9F7CDF8FDC13}" type="presOf" srcId="{FDAEDA9A-D407-421A-BDFC-19879A7F1DFE}" destId="{53925A01-53C6-489A-9C34-4674101C1191}" srcOrd="0" destOrd="0" presId="urn:microsoft.com/office/officeart/2018/2/layout/IconVerticalSolidList"/>
    <dgm:cxn modelId="{6B06E1E1-4D7B-4E3C-BEE4-D8F10B5DFA82}" type="presOf" srcId="{A1DF77D5-71FA-48E1-A20B-3029950F39E1}" destId="{F3A40F8B-BACC-4FA1-87E7-EEF5CB6F3CAA}" srcOrd="0" destOrd="0" presId="urn:microsoft.com/office/officeart/2018/2/layout/IconVerticalSolidList"/>
    <dgm:cxn modelId="{99B37FB9-DCA4-42CF-8221-3AE6D6B6B3F4}" type="presParOf" srcId="{03A35D31-14F1-4D33-9B04-59E8C9C8803B}" destId="{CA86F024-829B-43C3-A554-C8C8A51DF015}" srcOrd="0" destOrd="0" presId="urn:microsoft.com/office/officeart/2018/2/layout/IconVerticalSolidList"/>
    <dgm:cxn modelId="{12389C78-4068-4A7A-9889-35312E960A21}" type="presParOf" srcId="{CA86F024-829B-43C3-A554-C8C8A51DF015}" destId="{5B30EE9C-F483-40D4-84E9-0DE2C1466AE2}" srcOrd="0" destOrd="0" presId="urn:microsoft.com/office/officeart/2018/2/layout/IconVerticalSolidList"/>
    <dgm:cxn modelId="{B33CA01E-56F2-4CBD-B699-BFE040D07ECE}" type="presParOf" srcId="{CA86F024-829B-43C3-A554-C8C8A51DF015}" destId="{9DC3467E-541B-41A8-BBE6-94308DF3F427}" srcOrd="1" destOrd="0" presId="urn:microsoft.com/office/officeart/2018/2/layout/IconVerticalSolidList"/>
    <dgm:cxn modelId="{21FCA528-B200-40A5-8F5B-9B0F7006FF28}" type="presParOf" srcId="{CA86F024-829B-43C3-A554-C8C8A51DF015}" destId="{FF0F19E4-E527-4411-B838-5A7438000332}" srcOrd="2" destOrd="0" presId="urn:microsoft.com/office/officeart/2018/2/layout/IconVerticalSolidList"/>
    <dgm:cxn modelId="{0B31DB11-B8A1-41B0-BFE6-5202C6B7B863}" type="presParOf" srcId="{CA86F024-829B-43C3-A554-C8C8A51DF015}" destId="{F3A40F8B-BACC-4FA1-87E7-EEF5CB6F3CAA}" srcOrd="3" destOrd="0" presId="urn:microsoft.com/office/officeart/2018/2/layout/IconVerticalSolidList"/>
    <dgm:cxn modelId="{D87DF26D-EF3A-4E12-8782-BB6308546581}" type="presParOf" srcId="{03A35D31-14F1-4D33-9B04-59E8C9C8803B}" destId="{CF07DD80-B68D-4D6F-8DF5-A5DFF158FB3A}" srcOrd="1" destOrd="0" presId="urn:microsoft.com/office/officeart/2018/2/layout/IconVerticalSolidList"/>
    <dgm:cxn modelId="{BB00B9DF-87BA-4526-9883-6BB3C4068AEC}" type="presParOf" srcId="{03A35D31-14F1-4D33-9B04-59E8C9C8803B}" destId="{AD3CEE9A-8998-45B8-8193-E13096D47821}" srcOrd="2" destOrd="0" presId="urn:microsoft.com/office/officeart/2018/2/layout/IconVerticalSolidList"/>
    <dgm:cxn modelId="{DC39A204-8E62-4BC7-BB6D-FF2B0B5564DF}" type="presParOf" srcId="{AD3CEE9A-8998-45B8-8193-E13096D47821}" destId="{94A1FFED-D3FA-4E69-8C36-1F8053AE2224}" srcOrd="0" destOrd="0" presId="urn:microsoft.com/office/officeart/2018/2/layout/IconVerticalSolidList"/>
    <dgm:cxn modelId="{0D44BC76-898F-47B0-B3DA-02B81CC2F99C}" type="presParOf" srcId="{AD3CEE9A-8998-45B8-8193-E13096D47821}" destId="{0AFB235F-1A1C-44AB-8497-847D55534594}" srcOrd="1" destOrd="0" presId="urn:microsoft.com/office/officeart/2018/2/layout/IconVerticalSolidList"/>
    <dgm:cxn modelId="{61AF06CC-9477-446D-ADBC-923CFE200978}" type="presParOf" srcId="{AD3CEE9A-8998-45B8-8193-E13096D47821}" destId="{0B2B48DF-97F4-40D9-87EF-191F575DCB95}" srcOrd="2" destOrd="0" presId="urn:microsoft.com/office/officeart/2018/2/layout/IconVerticalSolidList"/>
    <dgm:cxn modelId="{EBEE1EFD-CB62-4FD4-B838-933D04B83224}" type="presParOf" srcId="{AD3CEE9A-8998-45B8-8193-E13096D47821}" destId="{F0220EA3-9314-4F96-AB61-0EBB686BDD9F}" srcOrd="3" destOrd="0" presId="urn:microsoft.com/office/officeart/2018/2/layout/IconVerticalSolidList"/>
    <dgm:cxn modelId="{B0F04A4F-CFE0-43E1-91CC-17A297673055}" type="presParOf" srcId="{03A35D31-14F1-4D33-9B04-59E8C9C8803B}" destId="{12553C30-7774-403A-B771-4ABA99B67E50}" srcOrd="3" destOrd="0" presId="urn:microsoft.com/office/officeart/2018/2/layout/IconVerticalSolidList"/>
    <dgm:cxn modelId="{9A599717-145A-4132-989C-66C57841B80D}" type="presParOf" srcId="{03A35D31-14F1-4D33-9B04-59E8C9C8803B}" destId="{30B15DEF-D36A-462C-8FBB-77FD87F903CD}" srcOrd="4" destOrd="0" presId="urn:microsoft.com/office/officeart/2018/2/layout/IconVerticalSolidList"/>
    <dgm:cxn modelId="{D6A3BAE7-4CDC-4FD2-8BAB-6246EF9ED3EE}" type="presParOf" srcId="{30B15DEF-D36A-462C-8FBB-77FD87F903CD}" destId="{AC3CA2D1-8E34-4D33-A1C0-8D82DD43256E}" srcOrd="0" destOrd="0" presId="urn:microsoft.com/office/officeart/2018/2/layout/IconVerticalSolidList"/>
    <dgm:cxn modelId="{8DFE0BBC-C821-4A4E-8363-B25F97C5B58B}" type="presParOf" srcId="{30B15DEF-D36A-462C-8FBB-77FD87F903CD}" destId="{9F90D7FB-05D8-45AB-9031-6FB5310826D1}" srcOrd="1" destOrd="0" presId="urn:microsoft.com/office/officeart/2018/2/layout/IconVerticalSolidList"/>
    <dgm:cxn modelId="{4C2E0D2B-C992-4CD6-B6A6-B7A834F1D2CC}" type="presParOf" srcId="{30B15DEF-D36A-462C-8FBB-77FD87F903CD}" destId="{EC7CBBE8-769D-4C7E-93BC-357BB3854645}" srcOrd="2" destOrd="0" presId="urn:microsoft.com/office/officeart/2018/2/layout/IconVerticalSolidList"/>
    <dgm:cxn modelId="{F9251B73-8E1D-4973-AE3F-5952C841E028}" type="presParOf" srcId="{30B15DEF-D36A-462C-8FBB-77FD87F903CD}" destId="{53925A01-53C6-489A-9C34-4674101C1191}" srcOrd="3" destOrd="0" presId="urn:microsoft.com/office/officeart/2018/2/layout/IconVerticalSolidList"/>
    <dgm:cxn modelId="{FCAAC361-B397-406B-A30C-01DDB8658423}" type="presParOf" srcId="{03A35D31-14F1-4D33-9B04-59E8C9C8803B}" destId="{503998CD-7E26-4010-879D-9107C7512B0C}" srcOrd="5" destOrd="0" presId="urn:microsoft.com/office/officeart/2018/2/layout/IconVerticalSolidList"/>
    <dgm:cxn modelId="{AC938BB6-5B92-4805-8AF6-C91EA65177F6}" type="presParOf" srcId="{03A35D31-14F1-4D33-9B04-59E8C9C8803B}" destId="{FAA71A2E-3A68-42F2-B24C-12322250535B}" srcOrd="6" destOrd="0" presId="urn:microsoft.com/office/officeart/2018/2/layout/IconVerticalSolidList"/>
    <dgm:cxn modelId="{BBAB7021-3B09-45F5-B02D-7E0B69D7AC0A}" type="presParOf" srcId="{FAA71A2E-3A68-42F2-B24C-12322250535B}" destId="{C47DE4C1-BD50-491C-9C89-B9899C1329E2}" srcOrd="0" destOrd="0" presId="urn:microsoft.com/office/officeart/2018/2/layout/IconVerticalSolidList"/>
    <dgm:cxn modelId="{53373F88-50EE-42BE-8639-7B689E30AC36}" type="presParOf" srcId="{FAA71A2E-3A68-42F2-B24C-12322250535B}" destId="{512AD557-43BB-4EBE-82E9-63853391B43D}" srcOrd="1" destOrd="0" presId="urn:microsoft.com/office/officeart/2018/2/layout/IconVerticalSolidList"/>
    <dgm:cxn modelId="{5AA09AB4-64FB-40AB-B5F8-26CDA562C386}" type="presParOf" srcId="{FAA71A2E-3A68-42F2-B24C-12322250535B}" destId="{AF33AC48-B910-4B1B-ABB1-E1B157B79A7E}" srcOrd="2" destOrd="0" presId="urn:microsoft.com/office/officeart/2018/2/layout/IconVerticalSolidList"/>
    <dgm:cxn modelId="{254D1A17-7713-4EE3-AB70-FA3715F916E8}" type="presParOf" srcId="{FAA71A2E-3A68-42F2-B24C-12322250535B}" destId="{8AA9CF9C-D893-4508-8C73-3F35D61943B6}" srcOrd="3" destOrd="0" presId="urn:microsoft.com/office/officeart/2018/2/layout/IconVerticalSolidList"/>
    <dgm:cxn modelId="{F1402913-D563-42E0-A2CE-19005AA191BF}" type="presParOf" srcId="{03A35D31-14F1-4D33-9B04-59E8C9C8803B}" destId="{9FE2F14D-CA74-4CC7-9581-D7D44BC209A8}" srcOrd="7" destOrd="0" presId="urn:microsoft.com/office/officeart/2018/2/layout/IconVerticalSolidList"/>
    <dgm:cxn modelId="{4B771A61-F7D9-4F9E-A471-2D886F006D04}" type="presParOf" srcId="{03A35D31-14F1-4D33-9B04-59E8C9C8803B}" destId="{170D006C-581F-45CA-B2BC-BF0418405358}" srcOrd="8" destOrd="0" presId="urn:microsoft.com/office/officeart/2018/2/layout/IconVerticalSolidList"/>
    <dgm:cxn modelId="{30D5A775-0F25-46AF-B5A7-4C1B983EB315}" type="presParOf" srcId="{170D006C-581F-45CA-B2BC-BF0418405358}" destId="{89257ED8-373E-4FD4-B18F-AA92D3D7688F}" srcOrd="0" destOrd="0" presId="urn:microsoft.com/office/officeart/2018/2/layout/IconVerticalSolidList"/>
    <dgm:cxn modelId="{E6F316AA-6CFB-4672-A84E-AC6D43C5E799}" type="presParOf" srcId="{170D006C-581F-45CA-B2BC-BF0418405358}" destId="{69EF201C-F7CC-467A-BA35-476AD8BF9319}" srcOrd="1" destOrd="0" presId="urn:microsoft.com/office/officeart/2018/2/layout/IconVerticalSolidList"/>
    <dgm:cxn modelId="{05FC3680-AE5B-4889-A6A1-3C0F5BB1E01A}" type="presParOf" srcId="{170D006C-581F-45CA-B2BC-BF0418405358}" destId="{B7555450-37EF-49C3-B585-F52673997EAB}" srcOrd="2" destOrd="0" presId="urn:microsoft.com/office/officeart/2018/2/layout/IconVerticalSolidList"/>
    <dgm:cxn modelId="{0844A3C4-6B2F-43F7-9BE1-D67833239DA4}" type="presParOf" srcId="{170D006C-581F-45CA-B2BC-BF0418405358}" destId="{9A2B7598-7153-4F1A-88A9-18E2A1BF5643}" srcOrd="3" destOrd="0" presId="urn:microsoft.com/office/officeart/2018/2/layout/IconVerticalSolidList"/>
    <dgm:cxn modelId="{E53D1359-FCC2-437B-85CA-EEA5DA0ECE5A}" type="presParOf" srcId="{03A35D31-14F1-4D33-9B04-59E8C9C8803B}" destId="{CE3A618C-E777-4A28-ACC2-32FBA8618342}" srcOrd="9" destOrd="0" presId="urn:microsoft.com/office/officeart/2018/2/layout/IconVerticalSolidList"/>
    <dgm:cxn modelId="{FD9AE285-B771-491B-ACC8-2C814362FB65}" type="presParOf" srcId="{03A35D31-14F1-4D33-9B04-59E8C9C8803B}" destId="{E24C7F2C-1B1F-4489-B81A-97DCF7810728}" srcOrd="10" destOrd="0" presId="urn:microsoft.com/office/officeart/2018/2/layout/IconVerticalSolidList"/>
    <dgm:cxn modelId="{F934F7BA-96D5-41DC-90BF-82D2B69C72C0}" type="presParOf" srcId="{E24C7F2C-1B1F-4489-B81A-97DCF7810728}" destId="{224129F1-C31C-4F27-96FA-F68B5F760BC8}" srcOrd="0" destOrd="0" presId="urn:microsoft.com/office/officeart/2018/2/layout/IconVerticalSolidList"/>
    <dgm:cxn modelId="{C94F193B-2091-47D0-BE3B-45EB49CF8439}" type="presParOf" srcId="{E24C7F2C-1B1F-4489-B81A-97DCF7810728}" destId="{9AA45A4F-03CA-44C4-9765-207229AD5EB4}" srcOrd="1" destOrd="0" presId="urn:microsoft.com/office/officeart/2018/2/layout/IconVerticalSolidList"/>
    <dgm:cxn modelId="{C6EF94D2-43F5-482F-9927-26AFDA7614C2}" type="presParOf" srcId="{E24C7F2C-1B1F-4489-B81A-97DCF7810728}" destId="{FF7E79BC-2DC3-49C4-AD8F-D071DFF351BA}" srcOrd="2" destOrd="0" presId="urn:microsoft.com/office/officeart/2018/2/layout/IconVerticalSolidList"/>
    <dgm:cxn modelId="{8DA554E6-0135-4946-A04D-A19E2E311DA2}" type="presParOf" srcId="{E24C7F2C-1B1F-4489-B81A-97DCF7810728}" destId="{7BC10E25-50C2-4CDF-A25F-2FEDEC098C2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4EB4202-941F-4CD5-83B1-28AF0F6318DA}" type="doc">
      <dgm:prSet loTypeId="urn:microsoft.com/office/officeart/2005/8/layout/matrix3" loCatId="matrix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6E12856-74A0-41E6-B46E-BF74DDBD677A}">
      <dgm:prSet/>
      <dgm:spPr/>
      <dgm:t>
        <a:bodyPr/>
        <a:lstStyle/>
        <a:p>
          <a:pPr rtl="0"/>
          <a:r>
            <a:rPr lang="en-US" dirty="0"/>
            <a:t>Abstraction </a:t>
          </a:r>
          <a:br>
            <a:rPr lang="en-US" dirty="0">
              <a:solidFill>
                <a:srgbClr val="010000"/>
              </a:solidFill>
              <a:latin typeface="Calibri"/>
            </a:rPr>
          </a:br>
          <a:br>
            <a:rPr lang="en-US" dirty="0">
              <a:latin typeface="Calibri"/>
            </a:rPr>
          </a:br>
          <a:r>
            <a:rPr lang="en-US" dirty="0"/>
            <a:t>Model classes like User, Listing represent real-world entities</a:t>
          </a:r>
        </a:p>
      </dgm:t>
    </dgm:pt>
    <dgm:pt modelId="{D31F33DE-478D-41E7-BA96-C131922D4702}" type="parTrans" cxnId="{2FAF31C9-66F3-47D2-A47F-85D603D3D8E7}">
      <dgm:prSet/>
      <dgm:spPr/>
      <dgm:t>
        <a:bodyPr/>
        <a:lstStyle/>
        <a:p>
          <a:endParaRPr lang="en-US"/>
        </a:p>
      </dgm:t>
    </dgm:pt>
    <dgm:pt modelId="{E7407027-1312-488F-8E16-C4978FAF7540}" type="sibTrans" cxnId="{2FAF31C9-66F3-47D2-A47F-85D603D3D8E7}">
      <dgm:prSet/>
      <dgm:spPr/>
      <dgm:t>
        <a:bodyPr/>
        <a:lstStyle/>
        <a:p>
          <a:endParaRPr lang="en-US"/>
        </a:p>
      </dgm:t>
    </dgm:pt>
    <dgm:pt modelId="{5E084D30-A3E1-4D71-942F-0F6B2DC1A610}">
      <dgm:prSet/>
      <dgm:spPr/>
      <dgm:t>
        <a:bodyPr/>
        <a:lstStyle/>
        <a:p>
          <a:pPr rtl="0"/>
          <a:r>
            <a:rPr lang="en-US" dirty="0"/>
            <a:t>Encapsulation </a:t>
          </a:r>
          <a:br>
            <a:rPr lang="en-US" dirty="0">
              <a:latin typeface="Calibri"/>
            </a:rPr>
          </a:br>
          <a:br>
            <a:rPr lang="en-US" dirty="0">
              <a:latin typeface="Calibri"/>
            </a:rPr>
          </a:br>
          <a:r>
            <a:rPr lang="en-US" dirty="0"/>
            <a:t>Private fields with public getters/setters in all models</a:t>
          </a:r>
        </a:p>
      </dgm:t>
    </dgm:pt>
    <dgm:pt modelId="{DCDC33D7-21FD-4D1C-B92D-2FD40E5B0E1E}" type="parTrans" cxnId="{0876C804-0B2C-4FF3-BE4F-2A9B51575288}">
      <dgm:prSet/>
      <dgm:spPr/>
      <dgm:t>
        <a:bodyPr/>
        <a:lstStyle/>
        <a:p>
          <a:endParaRPr lang="en-US"/>
        </a:p>
      </dgm:t>
    </dgm:pt>
    <dgm:pt modelId="{30349409-6273-41B9-BFB0-E6FBB2901AF1}" type="sibTrans" cxnId="{0876C804-0B2C-4FF3-BE4F-2A9B51575288}">
      <dgm:prSet/>
      <dgm:spPr/>
      <dgm:t>
        <a:bodyPr/>
        <a:lstStyle/>
        <a:p>
          <a:endParaRPr lang="en-US"/>
        </a:p>
      </dgm:t>
    </dgm:pt>
    <dgm:pt modelId="{9C0E62E2-87D9-4C8E-90BF-1568E9A44D41}">
      <dgm:prSet/>
      <dgm:spPr/>
      <dgm:t>
        <a:bodyPr/>
        <a:lstStyle/>
        <a:p>
          <a:pPr rtl="0"/>
          <a:r>
            <a:rPr lang="en-US" dirty="0"/>
            <a:t>Inheritance </a:t>
          </a:r>
          <a:br>
            <a:rPr lang="en-US" dirty="0">
              <a:latin typeface="Calibri"/>
            </a:rPr>
          </a:br>
          <a:br>
            <a:rPr lang="en-US" dirty="0">
              <a:latin typeface="Calibri"/>
            </a:rPr>
          </a:br>
          <a:r>
            <a:rPr lang="en-US" dirty="0"/>
            <a:t>BaseEntity class extended by User, Listing, etc.</a:t>
          </a:r>
        </a:p>
      </dgm:t>
    </dgm:pt>
    <dgm:pt modelId="{3FFD16E7-F7AE-410E-8D04-9C0C528061C2}" type="parTrans" cxnId="{C439EC52-DAEF-46FB-8568-43CECF0D1ED7}">
      <dgm:prSet/>
      <dgm:spPr/>
      <dgm:t>
        <a:bodyPr/>
        <a:lstStyle/>
        <a:p>
          <a:endParaRPr lang="en-US"/>
        </a:p>
      </dgm:t>
    </dgm:pt>
    <dgm:pt modelId="{DD083780-7916-4D86-AE93-CD9D07FD2772}" type="sibTrans" cxnId="{C439EC52-DAEF-46FB-8568-43CECF0D1ED7}">
      <dgm:prSet/>
      <dgm:spPr/>
      <dgm:t>
        <a:bodyPr/>
        <a:lstStyle/>
        <a:p>
          <a:endParaRPr lang="en-US"/>
        </a:p>
      </dgm:t>
    </dgm:pt>
    <dgm:pt modelId="{E23FBFCD-901C-4844-9EDA-4E09C079A369}">
      <dgm:prSet/>
      <dgm:spPr/>
      <dgm:t>
        <a:bodyPr/>
        <a:lstStyle/>
        <a:p>
          <a:pPr rtl="0"/>
          <a:r>
            <a:rPr lang="en-US" dirty="0">
              <a:latin typeface="Calibri"/>
            </a:rPr>
            <a:t>Polymorphism</a:t>
          </a:r>
          <a:br>
            <a:rPr lang="en-US" dirty="0">
              <a:solidFill>
                <a:srgbClr val="010000"/>
              </a:solidFill>
              <a:latin typeface="Calibri"/>
            </a:rPr>
          </a:br>
          <a:br>
            <a:rPr lang="en-US" dirty="0">
              <a:solidFill>
                <a:srgbClr val="010000"/>
              </a:solidFill>
              <a:latin typeface="Calibri"/>
            </a:rPr>
          </a:br>
          <a:r>
            <a:rPr lang="en-US" dirty="0">
              <a:latin typeface="Calibri"/>
            </a:rPr>
            <a:t>Exportable</a:t>
          </a:r>
          <a:r>
            <a:rPr lang="en-US" dirty="0"/>
            <a:t> interface used by Listing for CSV export</a:t>
          </a:r>
        </a:p>
      </dgm:t>
    </dgm:pt>
    <dgm:pt modelId="{737046E5-961A-4037-9663-5200E605A8CF}" type="parTrans" cxnId="{C3C3396A-84F2-4A5D-A3C1-7284A9031EED}">
      <dgm:prSet/>
      <dgm:spPr/>
      <dgm:t>
        <a:bodyPr/>
        <a:lstStyle/>
        <a:p>
          <a:endParaRPr lang="en-US"/>
        </a:p>
      </dgm:t>
    </dgm:pt>
    <dgm:pt modelId="{975029DE-C263-4DC1-BFCC-F70319474358}" type="sibTrans" cxnId="{C3C3396A-84F2-4A5D-A3C1-7284A9031EED}">
      <dgm:prSet/>
      <dgm:spPr/>
      <dgm:t>
        <a:bodyPr/>
        <a:lstStyle/>
        <a:p>
          <a:endParaRPr lang="en-US"/>
        </a:p>
      </dgm:t>
    </dgm:pt>
    <dgm:pt modelId="{A14382B7-82DE-4A20-8DE9-D396DA74AA9B}" type="pres">
      <dgm:prSet presAssocID="{34EB4202-941F-4CD5-83B1-28AF0F6318DA}" presName="matrix" presStyleCnt="0">
        <dgm:presLayoutVars>
          <dgm:chMax val="1"/>
          <dgm:dir/>
          <dgm:resizeHandles val="exact"/>
        </dgm:presLayoutVars>
      </dgm:prSet>
      <dgm:spPr/>
    </dgm:pt>
    <dgm:pt modelId="{D5681550-DB28-495A-BBB4-14356AED8DAB}" type="pres">
      <dgm:prSet presAssocID="{34EB4202-941F-4CD5-83B1-28AF0F6318DA}" presName="diamond" presStyleLbl="bgShp" presStyleIdx="0" presStyleCnt="1"/>
      <dgm:spPr/>
    </dgm:pt>
    <dgm:pt modelId="{756B647C-54F6-4D56-9AE2-D01024E2BA56}" type="pres">
      <dgm:prSet presAssocID="{34EB4202-941F-4CD5-83B1-28AF0F6318DA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1ECCD94F-D57E-448D-95F4-AF4B907F2AE9}" type="pres">
      <dgm:prSet presAssocID="{34EB4202-941F-4CD5-83B1-28AF0F6318DA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B77947C9-3906-4BB0-BAFC-6A53F3DE505C}" type="pres">
      <dgm:prSet presAssocID="{34EB4202-941F-4CD5-83B1-28AF0F6318DA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1BDB8BD7-766B-4130-B984-3298C820219E}" type="pres">
      <dgm:prSet presAssocID="{34EB4202-941F-4CD5-83B1-28AF0F6318DA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0876C804-0B2C-4FF3-BE4F-2A9B51575288}" srcId="{34EB4202-941F-4CD5-83B1-28AF0F6318DA}" destId="{5E084D30-A3E1-4D71-942F-0F6B2DC1A610}" srcOrd="1" destOrd="0" parTransId="{DCDC33D7-21FD-4D1C-B92D-2FD40E5B0E1E}" sibTransId="{30349409-6273-41B9-BFB0-E6FBB2901AF1}"/>
    <dgm:cxn modelId="{5A277E30-43A0-4FE8-8D0B-4EA43BEF89B0}" type="presOf" srcId="{E23FBFCD-901C-4844-9EDA-4E09C079A369}" destId="{1BDB8BD7-766B-4130-B984-3298C820219E}" srcOrd="0" destOrd="0" presId="urn:microsoft.com/office/officeart/2005/8/layout/matrix3"/>
    <dgm:cxn modelId="{BB69DF5F-C6C9-401F-AE91-D0C3D02E1200}" type="presOf" srcId="{5E084D30-A3E1-4D71-942F-0F6B2DC1A610}" destId="{1ECCD94F-D57E-448D-95F4-AF4B907F2AE9}" srcOrd="0" destOrd="0" presId="urn:microsoft.com/office/officeart/2005/8/layout/matrix3"/>
    <dgm:cxn modelId="{C3C3396A-84F2-4A5D-A3C1-7284A9031EED}" srcId="{34EB4202-941F-4CD5-83B1-28AF0F6318DA}" destId="{E23FBFCD-901C-4844-9EDA-4E09C079A369}" srcOrd="3" destOrd="0" parTransId="{737046E5-961A-4037-9663-5200E605A8CF}" sibTransId="{975029DE-C263-4DC1-BFCC-F70319474358}"/>
    <dgm:cxn modelId="{C439EC52-DAEF-46FB-8568-43CECF0D1ED7}" srcId="{34EB4202-941F-4CD5-83B1-28AF0F6318DA}" destId="{9C0E62E2-87D9-4C8E-90BF-1568E9A44D41}" srcOrd="2" destOrd="0" parTransId="{3FFD16E7-F7AE-410E-8D04-9C0C528061C2}" sibTransId="{DD083780-7916-4D86-AE93-CD9D07FD2772}"/>
    <dgm:cxn modelId="{7F7C50B9-08D9-4B6B-9227-87F3DB57F263}" type="presOf" srcId="{34EB4202-941F-4CD5-83B1-28AF0F6318DA}" destId="{A14382B7-82DE-4A20-8DE9-D396DA74AA9B}" srcOrd="0" destOrd="0" presId="urn:microsoft.com/office/officeart/2005/8/layout/matrix3"/>
    <dgm:cxn modelId="{BEAE5CBC-2D3D-41F7-A37D-DCCED6A4A6C4}" type="presOf" srcId="{96E12856-74A0-41E6-B46E-BF74DDBD677A}" destId="{756B647C-54F6-4D56-9AE2-D01024E2BA56}" srcOrd="0" destOrd="0" presId="urn:microsoft.com/office/officeart/2005/8/layout/matrix3"/>
    <dgm:cxn modelId="{A61D84BF-026B-4D58-BCD1-F3C646F3EB4F}" type="presOf" srcId="{9C0E62E2-87D9-4C8E-90BF-1568E9A44D41}" destId="{B77947C9-3906-4BB0-BAFC-6A53F3DE505C}" srcOrd="0" destOrd="0" presId="urn:microsoft.com/office/officeart/2005/8/layout/matrix3"/>
    <dgm:cxn modelId="{2FAF31C9-66F3-47D2-A47F-85D603D3D8E7}" srcId="{34EB4202-941F-4CD5-83B1-28AF0F6318DA}" destId="{96E12856-74A0-41E6-B46E-BF74DDBD677A}" srcOrd="0" destOrd="0" parTransId="{D31F33DE-478D-41E7-BA96-C131922D4702}" sibTransId="{E7407027-1312-488F-8E16-C4978FAF7540}"/>
    <dgm:cxn modelId="{453D2E8B-0FF0-4F57-87C1-2A7519D205C4}" type="presParOf" srcId="{A14382B7-82DE-4A20-8DE9-D396DA74AA9B}" destId="{D5681550-DB28-495A-BBB4-14356AED8DAB}" srcOrd="0" destOrd="0" presId="urn:microsoft.com/office/officeart/2005/8/layout/matrix3"/>
    <dgm:cxn modelId="{7E131930-3E0B-4ED1-A2EF-49E646651DCD}" type="presParOf" srcId="{A14382B7-82DE-4A20-8DE9-D396DA74AA9B}" destId="{756B647C-54F6-4D56-9AE2-D01024E2BA56}" srcOrd="1" destOrd="0" presId="urn:microsoft.com/office/officeart/2005/8/layout/matrix3"/>
    <dgm:cxn modelId="{912A1271-DC6D-4974-A2E9-C7DEAB1F74FD}" type="presParOf" srcId="{A14382B7-82DE-4A20-8DE9-D396DA74AA9B}" destId="{1ECCD94F-D57E-448D-95F4-AF4B907F2AE9}" srcOrd="2" destOrd="0" presId="urn:microsoft.com/office/officeart/2005/8/layout/matrix3"/>
    <dgm:cxn modelId="{CD32954F-F3CE-463B-BD88-13497FB31502}" type="presParOf" srcId="{A14382B7-82DE-4A20-8DE9-D396DA74AA9B}" destId="{B77947C9-3906-4BB0-BAFC-6A53F3DE505C}" srcOrd="3" destOrd="0" presId="urn:microsoft.com/office/officeart/2005/8/layout/matrix3"/>
    <dgm:cxn modelId="{4404A5AF-EB01-477D-90C5-C1293A878F34}" type="presParOf" srcId="{A14382B7-82DE-4A20-8DE9-D396DA74AA9B}" destId="{1BDB8BD7-766B-4130-B984-3298C820219E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F86A299-0E4B-4BFC-9F04-1138860063BE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CC4E13C-802B-46E7-BDAB-71F954818DEF}">
      <dgm:prSet/>
      <dgm:spPr/>
      <dgm:t>
        <a:bodyPr/>
        <a:lstStyle/>
        <a:p>
          <a:r>
            <a:rPr lang="en-US" dirty="0"/>
            <a:t>Three-layered architecture:</a:t>
          </a:r>
        </a:p>
      </dgm:t>
    </dgm:pt>
    <dgm:pt modelId="{F0EA2C23-C568-42BB-AD8C-08128AB597B7}" type="parTrans" cxnId="{6094E974-4238-417A-A534-25D5E3D7AB68}">
      <dgm:prSet/>
      <dgm:spPr/>
      <dgm:t>
        <a:bodyPr/>
        <a:lstStyle/>
        <a:p>
          <a:endParaRPr lang="en-US"/>
        </a:p>
      </dgm:t>
    </dgm:pt>
    <dgm:pt modelId="{7F4600D2-9DEC-4FD5-B289-53D251311517}" type="sibTrans" cxnId="{6094E974-4238-417A-A534-25D5E3D7AB68}">
      <dgm:prSet/>
      <dgm:spPr/>
      <dgm:t>
        <a:bodyPr/>
        <a:lstStyle/>
        <a:p>
          <a:endParaRPr lang="en-US"/>
        </a:p>
      </dgm:t>
    </dgm:pt>
    <dgm:pt modelId="{6B895FD8-BD3D-4420-9348-9AB88D9B1E46}">
      <dgm:prSet/>
      <dgm:spPr/>
      <dgm:t>
        <a:bodyPr/>
        <a:lstStyle/>
        <a:p>
          <a:pPr rtl="0"/>
          <a:r>
            <a:rPr lang="en-US" dirty="0"/>
            <a:t>Model: </a:t>
          </a:r>
          <a:r>
            <a:rPr lang="en-US" dirty="0">
              <a:latin typeface="Calibri"/>
            </a:rPr>
            <a:t>User, Listing, Item, Enum</a:t>
          </a:r>
          <a:endParaRPr lang="en-US" dirty="0"/>
        </a:p>
      </dgm:t>
    </dgm:pt>
    <dgm:pt modelId="{F8D7470D-5B88-4A71-ACAF-068F333A4927}" type="parTrans" cxnId="{198C04A8-CABA-456A-B6EB-4E5B06DC8608}">
      <dgm:prSet/>
      <dgm:spPr/>
      <dgm:t>
        <a:bodyPr/>
        <a:lstStyle/>
        <a:p>
          <a:endParaRPr lang="en-US"/>
        </a:p>
      </dgm:t>
    </dgm:pt>
    <dgm:pt modelId="{B02E981C-F546-48D3-BD57-6B8FDE352D8E}" type="sibTrans" cxnId="{198C04A8-CABA-456A-B6EB-4E5B06DC8608}">
      <dgm:prSet/>
      <dgm:spPr/>
      <dgm:t>
        <a:bodyPr/>
        <a:lstStyle/>
        <a:p>
          <a:endParaRPr lang="en-US"/>
        </a:p>
      </dgm:t>
    </dgm:pt>
    <dgm:pt modelId="{050B3029-2BF9-4664-9C29-4EBB79CBE1F7}">
      <dgm:prSet/>
      <dgm:spPr/>
      <dgm:t>
        <a:bodyPr/>
        <a:lstStyle/>
        <a:p>
          <a:pPr rtl="0"/>
          <a:r>
            <a:rPr lang="en-US" dirty="0"/>
            <a:t>Controller: </a:t>
          </a:r>
          <a:r>
            <a:rPr lang="en-US" dirty="0">
              <a:latin typeface="Calibri"/>
            </a:rPr>
            <a:t>Auth,</a:t>
          </a:r>
          <a:r>
            <a:rPr lang="en-US" dirty="0"/>
            <a:t> </a:t>
          </a:r>
          <a:r>
            <a:rPr lang="en-US" dirty="0">
              <a:latin typeface="Calibri"/>
            </a:rPr>
            <a:t>CRUD requests, </a:t>
          </a:r>
          <a:r>
            <a:rPr lang="en-US" dirty="0"/>
            <a:t>endpoints for UI interaction</a:t>
          </a:r>
          <a:r>
            <a:rPr lang="en-US" dirty="0">
              <a:latin typeface="Calibri"/>
            </a:rPr>
            <a:t> and request flows.</a:t>
          </a:r>
          <a:endParaRPr lang="en-US" dirty="0"/>
        </a:p>
      </dgm:t>
    </dgm:pt>
    <dgm:pt modelId="{2AFBAF1D-66BF-4BC3-8E99-5919F00A8494}" type="parTrans" cxnId="{70331A0E-4483-4210-9E5E-E13815306DEE}">
      <dgm:prSet/>
      <dgm:spPr/>
      <dgm:t>
        <a:bodyPr/>
        <a:lstStyle/>
        <a:p>
          <a:endParaRPr lang="en-US"/>
        </a:p>
      </dgm:t>
    </dgm:pt>
    <dgm:pt modelId="{0409FB92-57C1-4905-AD20-12CB013B9AF8}" type="sibTrans" cxnId="{70331A0E-4483-4210-9E5E-E13815306DEE}">
      <dgm:prSet/>
      <dgm:spPr/>
      <dgm:t>
        <a:bodyPr/>
        <a:lstStyle/>
        <a:p>
          <a:endParaRPr lang="en-US"/>
        </a:p>
      </dgm:t>
    </dgm:pt>
    <dgm:pt modelId="{D4AE7307-AD72-4B9D-AAD9-F6C080DDED83}">
      <dgm:prSet/>
      <dgm:spPr/>
      <dgm:t>
        <a:bodyPr/>
        <a:lstStyle/>
        <a:p>
          <a:r>
            <a:rPr lang="en-US" dirty="0"/>
            <a:t>MongoDB for data persistence</a:t>
          </a:r>
        </a:p>
      </dgm:t>
    </dgm:pt>
    <dgm:pt modelId="{4777BB82-7267-4F00-8A69-4D95DE0CBE72}" type="parTrans" cxnId="{97C15CFF-C57F-4ED9-BEA7-82CB53BEC13D}">
      <dgm:prSet/>
      <dgm:spPr/>
      <dgm:t>
        <a:bodyPr/>
        <a:lstStyle/>
        <a:p>
          <a:endParaRPr lang="en-US"/>
        </a:p>
      </dgm:t>
    </dgm:pt>
    <dgm:pt modelId="{8CE8EF93-8FA3-4300-B299-3D999F0CC45B}" type="sibTrans" cxnId="{97C15CFF-C57F-4ED9-BEA7-82CB53BEC13D}">
      <dgm:prSet/>
      <dgm:spPr/>
      <dgm:t>
        <a:bodyPr/>
        <a:lstStyle/>
        <a:p>
          <a:endParaRPr lang="en-US"/>
        </a:p>
      </dgm:t>
    </dgm:pt>
    <dgm:pt modelId="{17DBA46C-940F-424C-96BA-72A3CC83C826}">
      <dgm:prSet/>
      <dgm:spPr/>
      <dgm:t>
        <a:bodyPr/>
        <a:lstStyle/>
        <a:p>
          <a:r>
            <a:rPr lang="en-US" dirty="0"/>
            <a:t>CSV Logger for tracking CRUD events</a:t>
          </a:r>
        </a:p>
      </dgm:t>
    </dgm:pt>
    <dgm:pt modelId="{E931F32F-4C58-4B29-B9A2-58D494B5B126}" type="parTrans" cxnId="{8EAB65CC-6DA4-4BB0-9334-7DEE56A74258}">
      <dgm:prSet/>
      <dgm:spPr/>
      <dgm:t>
        <a:bodyPr/>
        <a:lstStyle/>
        <a:p>
          <a:endParaRPr lang="en-US"/>
        </a:p>
      </dgm:t>
    </dgm:pt>
    <dgm:pt modelId="{A8848D64-3E21-42AE-B065-393E2C7FEEE8}" type="sibTrans" cxnId="{8EAB65CC-6DA4-4BB0-9334-7DEE56A74258}">
      <dgm:prSet/>
      <dgm:spPr/>
      <dgm:t>
        <a:bodyPr/>
        <a:lstStyle/>
        <a:p>
          <a:endParaRPr lang="en-US"/>
        </a:p>
      </dgm:t>
    </dgm:pt>
    <dgm:pt modelId="{850C6449-6468-4899-AC1F-EDAB23C8F00D}" type="pres">
      <dgm:prSet presAssocID="{AF86A299-0E4B-4BFC-9F04-1138860063BE}" presName="Name0" presStyleCnt="0">
        <dgm:presLayoutVars>
          <dgm:dir/>
          <dgm:resizeHandles val="exact"/>
        </dgm:presLayoutVars>
      </dgm:prSet>
      <dgm:spPr/>
    </dgm:pt>
    <dgm:pt modelId="{E5B18F9D-E769-4C0D-9CAB-74A08D3EFCE9}" type="pres">
      <dgm:prSet presAssocID="{6CC4E13C-802B-46E7-BDAB-71F954818DEF}" presName="node" presStyleLbl="node1" presStyleIdx="0" presStyleCnt="5">
        <dgm:presLayoutVars>
          <dgm:bulletEnabled val="1"/>
        </dgm:presLayoutVars>
      </dgm:prSet>
      <dgm:spPr/>
    </dgm:pt>
    <dgm:pt modelId="{013B8240-D38E-4701-A4C0-5E643B87FD84}" type="pres">
      <dgm:prSet presAssocID="{7F4600D2-9DEC-4FD5-B289-53D251311517}" presName="sibTrans" presStyleLbl="sibTrans1D1" presStyleIdx="0" presStyleCnt="4"/>
      <dgm:spPr/>
    </dgm:pt>
    <dgm:pt modelId="{176DCE09-FFB2-4614-9758-5E43794F137C}" type="pres">
      <dgm:prSet presAssocID="{7F4600D2-9DEC-4FD5-B289-53D251311517}" presName="connectorText" presStyleLbl="sibTrans1D1" presStyleIdx="0" presStyleCnt="4"/>
      <dgm:spPr/>
    </dgm:pt>
    <dgm:pt modelId="{E807FD70-B6AD-40AA-B711-3D59D6757C78}" type="pres">
      <dgm:prSet presAssocID="{6B895FD8-BD3D-4420-9348-9AB88D9B1E46}" presName="node" presStyleLbl="node1" presStyleIdx="1" presStyleCnt="5">
        <dgm:presLayoutVars>
          <dgm:bulletEnabled val="1"/>
        </dgm:presLayoutVars>
      </dgm:prSet>
      <dgm:spPr/>
    </dgm:pt>
    <dgm:pt modelId="{025C7249-E2EF-4FBE-939E-1CB3CD355A6C}" type="pres">
      <dgm:prSet presAssocID="{B02E981C-F546-48D3-BD57-6B8FDE352D8E}" presName="sibTrans" presStyleLbl="sibTrans1D1" presStyleIdx="1" presStyleCnt="4"/>
      <dgm:spPr/>
    </dgm:pt>
    <dgm:pt modelId="{16746DEB-DC8F-4F34-91A4-CCF96DC0CEEF}" type="pres">
      <dgm:prSet presAssocID="{B02E981C-F546-48D3-BD57-6B8FDE352D8E}" presName="connectorText" presStyleLbl="sibTrans1D1" presStyleIdx="1" presStyleCnt="4"/>
      <dgm:spPr/>
    </dgm:pt>
    <dgm:pt modelId="{C925DE1A-80BB-4B05-91FB-9DAD7352BD76}" type="pres">
      <dgm:prSet presAssocID="{050B3029-2BF9-4664-9C29-4EBB79CBE1F7}" presName="node" presStyleLbl="node1" presStyleIdx="2" presStyleCnt="5">
        <dgm:presLayoutVars>
          <dgm:bulletEnabled val="1"/>
        </dgm:presLayoutVars>
      </dgm:prSet>
      <dgm:spPr/>
    </dgm:pt>
    <dgm:pt modelId="{EB8507AE-024E-4DC9-BF03-ED28E4F53D3B}" type="pres">
      <dgm:prSet presAssocID="{0409FB92-57C1-4905-AD20-12CB013B9AF8}" presName="sibTrans" presStyleLbl="sibTrans1D1" presStyleIdx="2" presStyleCnt="4"/>
      <dgm:spPr/>
    </dgm:pt>
    <dgm:pt modelId="{C17991DF-2241-4CDC-B105-E1AC867D1FA5}" type="pres">
      <dgm:prSet presAssocID="{0409FB92-57C1-4905-AD20-12CB013B9AF8}" presName="connectorText" presStyleLbl="sibTrans1D1" presStyleIdx="2" presStyleCnt="4"/>
      <dgm:spPr/>
    </dgm:pt>
    <dgm:pt modelId="{392BD8B5-F652-4649-B32F-72E1B53FC9EE}" type="pres">
      <dgm:prSet presAssocID="{D4AE7307-AD72-4B9D-AAD9-F6C080DDED83}" presName="node" presStyleLbl="node1" presStyleIdx="3" presStyleCnt="5">
        <dgm:presLayoutVars>
          <dgm:bulletEnabled val="1"/>
        </dgm:presLayoutVars>
      </dgm:prSet>
      <dgm:spPr/>
    </dgm:pt>
    <dgm:pt modelId="{CEABBFBE-6240-4DDC-8FA4-375CDD81C814}" type="pres">
      <dgm:prSet presAssocID="{8CE8EF93-8FA3-4300-B299-3D999F0CC45B}" presName="sibTrans" presStyleLbl="sibTrans1D1" presStyleIdx="3" presStyleCnt="4"/>
      <dgm:spPr/>
    </dgm:pt>
    <dgm:pt modelId="{2B30E910-F3E0-4521-9F04-7C7D72A8F669}" type="pres">
      <dgm:prSet presAssocID="{8CE8EF93-8FA3-4300-B299-3D999F0CC45B}" presName="connectorText" presStyleLbl="sibTrans1D1" presStyleIdx="3" presStyleCnt="4"/>
      <dgm:spPr/>
    </dgm:pt>
    <dgm:pt modelId="{FE10A272-44CF-40A0-97BB-DCE57A358D79}" type="pres">
      <dgm:prSet presAssocID="{17DBA46C-940F-424C-96BA-72A3CC83C826}" presName="node" presStyleLbl="node1" presStyleIdx="4" presStyleCnt="5">
        <dgm:presLayoutVars>
          <dgm:bulletEnabled val="1"/>
        </dgm:presLayoutVars>
      </dgm:prSet>
      <dgm:spPr/>
    </dgm:pt>
  </dgm:ptLst>
  <dgm:cxnLst>
    <dgm:cxn modelId="{F3E1D509-CD5C-4892-A37D-12D6EA9EDEBF}" type="presOf" srcId="{7F4600D2-9DEC-4FD5-B289-53D251311517}" destId="{176DCE09-FFB2-4614-9758-5E43794F137C}" srcOrd="1" destOrd="0" presId="urn:microsoft.com/office/officeart/2016/7/layout/RepeatingBendingProcessNew"/>
    <dgm:cxn modelId="{70331A0E-4483-4210-9E5E-E13815306DEE}" srcId="{AF86A299-0E4B-4BFC-9F04-1138860063BE}" destId="{050B3029-2BF9-4664-9C29-4EBB79CBE1F7}" srcOrd="2" destOrd="0" parTransId="{2AFBAF1D-66BF-4BC3-8E99-5919F00A8494}" sibTransId="{0409FB92-57C1-4905-AD20-12CB013B9AF8}"/>
    <dgm:cxn modelId="{80B8851A-57E7-45FB-83E6-622C389FF547}" type="presOf" srcId="{0409FB92-57C1-4905-AD20-12CB013B9AF8}" destId="{C17991DF-2241-4CDC-B105-E1AC867D1FA5}" srcOrd="1" destOrd="0" presId="urn:microsoft.com/office/officeart/2016/7/layout/RepeatingBendingProcessNew"/>
    <dgm:cxn modelId="{1F83611D-9007-47AD-A493-770CD19E3EB2}" type="presOf" srcId="{D4AE7307-AD72-4B9D-AAD9-F6C080DDED83}" destId="{392BD8B5-F652-4649-B32F-72E1B53FC9EE}" srcOrd="0" destOrd="0" presId="urn:microsoft.com/office/officeart/2016/7/layout/RepeatingBendingProcessNew"/>
    <dgm:cxn modelId="{2188A61D-D30D-4985-BF53-0AB7EA2CA26F}" type="presOf" srcId="{8CE8EF93-8FA3-4300-B299-3D999F0CC45B}" destId="{CEABBFBE-6240-4DDC-8FA4-375CDD81C814}" srcOrd="0" destOrd="0" presId="urn:microsoft.com/office/officeart/2016/7/layout/RepeatingBendingProcessNew"/>
    <dgm:cxn modelId="{FD55D727-A2AB-4AD4-B99B-EE6362414508}" type="presOf" srcId="{B02E981C-F546-48D3-BD57-6B8FDE352D8E}" destId="{16746DEB-DC8F-4F34-91A4-CCF96DC0CEEF}" srcOrd="1" destOrd="0" presId="urn:microsoft.com/office/officeart/2016/7/layout/RepeatingBendingProcessNew"/>
    <dgm:cxn modelId="{F927FB5E-716C-44D6-B6C4-DE95ADA0B846}" type="presOf" srcId="{8CE8EF93-8FA3-4300-B299-3D999F0CC45B}" destId="{2B30E910-F3E0-4521-9F04-7C7D72A8F669}" srcOrd="1" destOrd="0" presId="urn:microsoft.com/office/officeart/2016/7/layout/RepeatingBendingProcessNew"/>
    <dgm:cxn modelId="{65056C6D-8531-48AF-80A6-5AA9501606AA}" type="presOf" srcId="{6B895FD8-BD3D-4420-9348-9AB88D9B1E46}" destId="{E807FD70-B6AD-40AA-B711-3D59D6757C78}" srcOrd="0" destOrd="0" presId="urn:microsoft.com/office/officeart/2016/7/layout/RepeatingBendingProcessNew"/>
    <dgm:cxn modelId="{7D9BA44E-1B3D-4BEE-A229-90FFB2C5D817}" type="presOf" srcId="{050B3029-2BF9-4664-9C29-4EBB79CBE1F7}" destId="{C925DE1A-80BB-4B05-91FB-9DAD7352BD76}" srcOrd="0" destOrd="0" presId="urn:microsoft.com/office/officeart/2016/7/layout/RepeatingBendingProcessNew"/>
    <dgm:cxn modelId="{36208270-EA8C-4FCF-88A8-90311CCEDE0B}" type="presOf" srcId="{B02E981C-F546-48D3-BD57-6B8FDE352D8E}" destId="{025C7249-E2EF-4FBE-939E-1CB3CD355A6C}" srcOrd="0" destOrd="0" presId="urn:microsoft.com/office/officeart/2016/7/layout/RepeatingBendingProcessNew"/>
    <dgm:cxn modelId="{6094E974-4238-417A-A534-25D5E3D7AB68}" srcId="{AF86A299-0E4B-4BFC-9F04-1138860063BE}" destId="{6CC4E13C-802B-46E7-BDAB-71F954818DEF}" srcOrd="0" destOrd="0" parTransId="{F0EA2C23-C568-42BB-AD8C-08128AB597B7}" sibTransId="{7F4600D2-9DEC-4FD5-B289-53D251311517}"/>
    <dgm:cxn modelId="{3DA78689-C1DB-45A6-B2F4-D44BB63A0A82}" type="presOf" srcId="{6CC4E13C-802B-46E7-BDAB-71F954818DEF}" destId="{E5B18F9D-E769-4C0D-9CAB-74A08D3EFCE9}" srcOrd="0" destOrd="0" presId="urn:microsoft.com/office/officeart/2016/7/layout/RepeatingBendingProcessNew"/>
    <dgm:cxn modelId="{DEF37193-1BE6-4E69-BBA7-B426E723BF71}" type="presOf" srcId="{7F4600D2-9DEC-4FD5-B289-53D251311517}" destId="{013B8240-D38E-4701-A4C0-5E643B87FD84}" srcOrd="0" destOrd="0" presId="urn:microsoft.com/office/officeart/2016/7/layout/RepeatingBendingProcessNew"/>
    <dgm:cxn modelId="{BC826E9B-64F5-4269-B7B4-F2CFB73D9CD2}" type="presOf" srcId="{0409FB92-57C1-4905-AD20-12CB013B9AF8}" destId="{EB8507AE-024E-4DC9-BF03-ED28E4F53D3B}" srcOrd="0" destOrd="0" presId="urn:microsoft.com/office/officeart/2016/7/layout/RepeatingBendingProcessNew"/>
    <dgm:cxn modelId="{C64AECA7-B591-4B43-87B6-6A69273EB19F}" type="presOf" srcId="{17DBA46C-940F-424C-96BA-72A3CC83C826}" destId="{FE10A272-44CF-40A0-97BB-DCE57A358D79}" srcOrd="0" destOrd="0" presId="urn:microsoft.com/office/officeart/2016/7/layout/RepeatingBendingProcessNew"/>
    <dgm:cxn modelId="{198C04A8-CABA-456A-B6EB-4E5B06DC8608}" srcId="{AF86A299-0E4B-4BFC-9F04-1138860063BE}" destId="{6B895FD8-BD3D-4420-9348-9AB88D9B1E46}" srcOrd="1" destOrd="0" parTransId="{F8D7470D-5B88-4A71-ACAF-068F333A4927}" sibTransId="{B02E981C-F546-48D3-BD57-6B8FDE352D8E}"/>
    <dgm:cxn modelId="{8EAB65CC-6DA4-4BB0-9334-7DEE56A74258}" srcId="{AF86A299-0E4B-4BFC-9F04-1138860063BE}" destId="{17DBA46C-940F-424C-96BA-72A3CC83C826}" srcOrd="4" destOrd="0" parTransId="{E931F32F-4C58-4B29-B9A2-58D494B5B126}" sibTransId="{A8848D64-3E21-42AE-B065-393E2C7FEEE8}"/>
    <dgm:cxn modelId="{7141EBDC-165D-45DE-BE8F-70A8F71F8571}" type="presOf" srcId="{AF86A299-0E4B-4BFC-9F04-1138860063BE}" destId="{850C6449-6468-4899-AC1F-EDAB23C8F00D}" srcOrd="0" destOrd="0" presId="urn:microsoft.com/office/officeart/2016/7/layout/RepeatingBendingProcessNew"/>
    <dgm:cxn modelId="{97C15CFF-C57F-4ED9-BEA7-82CB53BEC13D}" srcId="{AF86A299-0E4B-4BFC-9F04-1138860063BE}" destId="{D4AE7307-AD72-4B9D-AAD9-F6C080DDED83}" srcOrd="3" destOrd="0" parTransId="{4777BB82-7267-4F00-8A69-4D95DE0CBE72}" sibTransId="{8CE8EF93-8FA3-4300-B299-3D999F0CC45B}"/>
    <dgm:cxn modelId="{A41EAABC-3FB8-4259-8CC1-A753852C9F05}" type="presParOf" srcId="{850C6449-6468-4899-AC1F-EDAB23C8F00D}" destId="{E5B18F9D-E769-4C0D-9CAB-74A08D3EFCE9}" srcOrd="0" destOrd="0" presId="urn:microsoft.com/office/officeart/2016/7/layout/RepeatingBendingProcessNew"/>
    <dgm:cxn modelId="{4D3B5214-2922-4693-B9F1-DF69DBD74DF2}" type="presParOf" srcId="{850C6449-6468-4899-AC1F-EDAB23C8F00D}" destId="{013B8240-D38E-4701-A4C0-5E643B87FD84}" srcOrd="1" destOrd="0" presId="urn:microsoft.com/office/officeart/2016/7/layout/RepeatingBendingProcessNew"/>
    <dgm:cxn modelId="{21605E12-8E9C-455C-AF4A-6391C866A822}" type="presParOf" srcId="{013B8240-D38E-4701-A4C0-5E643B87FD84}" destId="{176DCE09-FFB2-4614-9758-5E43794F137C}" srcOrd="0" destOrd="0" presId="urn:microsoft.com/office/officeart/2016/7/layout/RepeatingBendingProcessNew"/>
    <dgm:cxn modelId="{796DCE86-F803-4B1A-BAD3-9AAAC1F21922}" type="presParOf" srcId="{850C6449-6468-4899-AC1F-EDAB23C8F00D}" destId="{E807FD70-B6AD-40AA-B711-3D59D6757C78}" srcOrd="2" destOrd="0" presId="urn:microsoft.com/office/officeart/2016/7/layout/RepeatingBendingProcessNew"/>
    <dgm:cxn modelId="{8501A843-2A86-421C-8C8B-4CCA8B894D21}" type="presParOf" srcId="{850C6449-6468-4899-AC1F-EDAB23C8F00D}" destId="{025C7249-E2EF-4FBE-939E-1CB3CD355A6C}" srcOrd="3" destOrd="0" presId="urn:microsoft.com/office/officeart/2016/7/layout/RepeatingBendingProcessNew"/>
    <dgm:cxn modelId="{2D7DF2F2-F8D6-403A-846C-C7B56B2139C1}" type="presParOf" srcId="{025C7249-E2EF-4FBE-939E-1CB3CD355A6C}" destId="{16746DEB-DC8F-4F34-91A4-CCF96DC0CEEF}" srcOrd="0" destOrd="0" presId="urn:microsoft.com/office/officeart/2016/7/layout/RepeatingBendingProcessNew"/>
    <dgm:cxn modelId="{4249F1CA-3C21-497E-88A2-362BA997FBB0}" type="presParOf" srcId="{850C6449-6468-4899-AC1F-EDAB23C8F00D}" destId="{C925DE1A-80BB-4B05-91FB-9DAD7352BD76}" srcOrd="4" destOrd="0" presId="urn:microsoft.com/office/officeart/2016/7/layout/RepeatingBendingProcessNew"/>
    <dgm:cxn modelId="{A5A64278-8C07-4C35-973B-8E87CA32C2A6}" type="presParOf" srcId="{850C6449-6468-4899-AC1F-EDAB23C8F00D}" destId="{EB8507AE-024E-4DC9-BF03-ED28E4F53D3B}" srcOrd="5" destOrd="0" presId="urn:microsoft.com/office/officeart/2016/7/layout/RepeatingBendingProcessNew"/>
    <dgm:cxn modelId="{2A041203-0A83-40C1-A914-3C4793E888DC}" type="presParOf" srcId="{EB8507AE-024E-4DC9-BF03-ED28E4F53D3B}" destId="{C17991DF-2241-4CDC-B105-E1AC867D1FA5}" srcOrd="0" destOrd="0" presId="urn:microsoft.com/office/officeart/2016/7/layout/RepeatingBendingProcessNew"/>
    <dgm:cxn modelId="{05020BEC-34DF-4F2F-BA20-ED209D0040D2}" type="presParOf" srcId="{850C6449-6468-4899-AC1F-EDAB23C8F00D}" destId="{392BD8B5-F652-4649-B32F-72E1B53FC9EE}" srcOrd="6" destOrd="0" presId="urn:microsoft.com/office/officeart/2016/7/layout/RepeatingBendingProcessNew"/>
    <dgm:cxn modelId="{99305462-16CA-4867-9F8D-DF316F970510}" type="presParOf" srcId="{850C6449-6468-4899-AC1F-EDAB23C8F00D}" destId="{CEABBFBE-6240-4DDC-8FA4-375CDD81C814}" srcOrd="7" destOrd="0" presId="urn:microsoft.com/office/officeart/2016/7/layout/RepeatingBendingProcessNew"/>
    <dgm:cxn modelId="{0310007A-10FB-41F5-A0F0-FFA765AD3C1C}" type="presParOf" srcId="{CEABBFBE-6240-4DDC-8FA4-375CDD81C814}" destId="{2B30E910-F3E0-4521-9F04-7C7D72A8F669}" srcOrd="0" destOrd="0" presId="urn:microsoft.com/office/officeart/2016/7/layout/RepeatingBendingProcessNew"/>
    <dgm:cxn modelId="{42B60ABD-CA31-4045-87CF-712FDCFBB75C}" type="presParOf" srcId="{850C6449-6468-4899-AC1F-EDAB23C8F00D}" destId="{FE10A272-44CF-40A0-97BB-DCE57A358D79}" srcOrd="8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0E7A8F7-C60E-4A76-A21C-92177CC30BCB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E726898F-0E4E-4F8A-99F7-CA240867D2B7}">
      <dgm:prSet/>
      <dgm:spPr/>
      <dgm:t>
        <a:bodyPr/>
        <a:lstStyle/>
        <a:p>
          <a:pPr rtl="0"/>
          <a:r>
            <a:rPr lang="en-US" dirty="0"/>
            <a:t>Milestone 1:</a:t>
          </a:r>
          <a:br>
            <a:rPr lang="en-US" dirty="0">
              <a:solidFill>
                <a:srgbClr val="010000"/>
              </a:solidFill>
              <a:latin typeface="Calibri"/>
            </a:rPr>
          </a:br>
          <a:r>
            <a:rPr lang="en-US" dirty="0"/>
            <a:t>UML, ER Diagrams, OOP design planning</a:t>
          </a:r>
        </a:p>
      </dgm:t>
    </dgm:pt>
    <dgm:pt modelId="{6CCE441E-D201-41E7-B2DA-D26DEA55DE82}" type="parTrans" cxnId="{AA268A64-49D8-422A-8117-89B01EA3C736}">
      <dgm:prSet/>
      <dgm:spPr/>
      <dgm:t>
        <a:bodyPr/>
        <a:lstStyle/>
        <a:p>
          <a:endParaRPr lang="en-US"/>
        </a:p>
      </dgm:t>
    </dgm:pt>
    <dgm:pt modelId="{0E8BD8C0-F2BE-40D8-825B-3E05DE1BF002}" type="sibTrans" cxnId="{AA268A64-49D8-422A-8117-89B01EA3C736}">
      <dgm:prSet/>
      <dgm:spPr/>
      <dgm:t>
        <a:bodyPr/>
        <a:lstStyle/>
        <a:p>
          <a:endParaRPr lang="en-US"/>
        </a:p>
      </dgm:t>
    </dgm:pt>
    <dgm:pt modelId="{12E3FDB7-B92D-405E-9563-926021AC111A}">
      <dgm:prSet/>
      <dgm:spPr/>
      <dgm:t>
        <a:bodyPr/>
        <a:lstStyle/>
        <a:p>
          <a:pPr rtl="0"/>
          <a:r>
            <a:rPr lang="en-US" dirty="0"/>
            <a:t>Milestone 2</a:t>
          </a:r>
          <a:r>
            <a:rPr lang="en-US" dirty="0">
              <a:latin typeface="Calibri"/>
            </a:rPr>
            <a:t>:</a:t>
          </a:r>
          <a:br>
            <a:rPr lang="en-US" dirty="0">
              <a:solidFill>
                <a:srgbClr val="010000"/>
              </a:solidFill>
              <a:latin typeface="Calibri"/>
            </a:rPr>
          </a:br>
          <a:r>
            <a:rPr lang="en-US" dirty="0"/>
            <a:t>Backend logic for user/pet/</a:t>
          </a:r>
          <a:r>
            <a:rPr lang="en-US" dirty="0">
              <a:latin typeface="Calibri"/>
            </a:rPr>
            <a:t>request</a:t>
          </a:r>
          <a:br>
            <a:rPr lang="en-US" dirty="0">
              <a:latin typeface="Calibri"/>
            </a:rPr>
          </a:br>
          <a:r>
            <a:rPr lang="en-US" dirty="0">
              <a:latin typeface="Calibri"/>
            </a:rPr>
            <a:t>CSV</a:t>
          </a:r>
          <a:r>
            <a:rPr lang="en-US" dirty="0"/>
            <a:t> logging, controller setup</a:t>
          </a:r>
        </a:p>
      </dgm:t>
    </dgm:pt>
    <dgm:pt modelId="{354217D6-AB84-4B66-BB61-3083AC94288E}" type="parTrans" cxnId="{097D2004-3FB0-4BB9-AA6F-F21BB7599F39}">
      <dgm:prSet/>
      <dgm:spPr/>
      <dgm:t>
        <a:bodyPr/>
        <a:lstStyle/>
        <a:p>
          <a:endParaRPr lang="en-US"/>
        </a:p>
      </dgm:t>
    </dgm:pt>
    <dgm:pt modelId="{2F6DE7AF-76CB-4E46-95ED-D62E342C47B2}" type="sibTrans" cxnId="{097D2004-3FB0-4BB9-AA6F-F21BB7599F39}">
      <dgm:prSet/>
      <dgm:spPr/>
      <dgm:t>
        <a:bodyPr/>
        <a:lstStyle/>
        <a:p>
          <a:endParaRPr lang="en-US"/>
        </a:p>
      </dgm:t>
    </dgm:pt>
    <dgm:pt modelId="{A48627B9-2AF2-4BC2-86BD-65780DC970A3}">
      <dgm:prSet phldr="0"/>
      <dgm:spPr/>
      <dgm:t>
        <a:bodyPr/>
        <a:lstStyle/>
        <a:p>
          <a:pPr rtl="0"/>
          <a:r>
            <a:rPr lang="en-US" dirty="0">
              <a:solidFill>
                <a:srgbClr val="000000"/>
              </a:solidFill>
              <a:latin typeface="Calibri"/>
            </a:rPr>
            <a:t>Milestone 3:</a:t>
          </a:r>
          <a:br>
            <a:rPr lang="en-US" dirty="0">
              <a:solidFill>
                <a:srgbClr val="000000"/>
              </a:solidFill>
              <a:latin typeface="Calibri"/>
            </a:rPr>
          </a:br>
          <a:r>
            <a:rPr lang="en-US" dirty="0">
              <a:solidFill>
                <a:srgbClr val="000000"/>
              </a:solidFill>
              <a:latin typeface="Calibri"/>
            </a:rPr>
            <a:t>Frontend integration using React.js </a:t>
          </a:r>
          <a:br>
            <a:rPr lang="en-US" dirty="0">
              <a:solidFill>
                <a:srgbClr val="000000"/>
              </a:solidFill>
              <a:latin typeface="Calibri"/>
            </a:rPr>
          </a:br>
          <a:r>
            <a:rPr lang="en-US" dirty="0">
              <a:solidFill>
                <a:srgbClr val="000000"/>
              </a:solidFill>
              <a:latin typeface="Calibri"/>
            </a:rPr>
            <a:t>Finalized login/signup flows and dashboards</a:t>
          </a:r>
          <a:r>
            <a:rPr lang="en-US" dirty="0">
              <a:solidFill>
                <a:srgbClr val="444444"/>
              </a:solidFill>
              <a:latin typeface="Calibri"/>
            </a:rPr>
            <a:t>, </a:t>
          </a:r>
          <a:r>
            <a:rPr lang="en-US" dirty="0">
              <a:solidFill>
                <a:srgbClr val="000000"/>
              </a:solidFill>
              <a:latin typeface="Calibri"/>
            </a:rPr>
            <a:t>exception handling, testing.</a:t>
          </a:r>
        </a:p>
      </dgm:t>
    </dgm:pt>
    <dgm:pt modelId="{F017728F-1275-4B86-B9AC-28D5DFFD780D}" type="parTrans" cxnId="{90D9938A-B25F-4180-B5A5-8A778F07A110}">
      <dgm:prSet/>
      <dgm:spPr/>
    </dgm:pt>
    <dgm:pt modelId="{E6298F4B-80D7-4B90-B359-08D00A5E4867}" type="sibTrans" cxnId="{90D9938A-B25F-4180-B5A5-8A778F07A110}">
      <dgm:prSet/>
      <dgm:spPr/>
    </dgm:pt>
    <dgm:pt modelId="{8C75ABBC-294A-4B8A-95B9-A0829AF79983}" type="pres">
      <dgm:prSet presAssocID="{30E7A8F7-C60E-4A76-A21C-92177CC30BCB}" presName="linear" presStyleCnt="0">
        <dgm:presLayoutVars>
          <dgm:animLvl val="lvl"/>
          <dgm:resizeHandles val="exact"/>
        </dgm:presLayoutVars>
      </dgm:prSet>
      <dgm:spPr/>
    </dgm:pt>
    <dgm:pt modelId="{2B5A8D72-F5A1-4E20-A23B-69449592DD6C}" type="pres">
      <dgm:prSet presAssocID="{E726898F-0E4E-4F8A-99F7-CA240867D2B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ED0DDB5-5D44-4CD5-889E-DA6D371016A4}" type="pres">
      <dgm:prSet presAssocID="{0E8BD8C0-F2BE-40D8-825B-3E05DE1BF002}" presName="spacer" presStyleCnt="0"/>
      <dgm:spPr/>
    </dgm:pt>
    <dgm:pt modelId="{739AD0D3-A536-4314-AD1F-B0D4EAA907B4}" type="pres">
      <dgm:prSet presAssocID="{12E3FDB7-B92D-405E-9563-926021AC111A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FFBB5859-4847-4A11-BA69-B990CF7EF1BC}" type="pres">
      <dgm:prSet presAssocID="{2F6DE7AF-76CB-4E46-95ED-D62E342C47B2}" presName="spacer" presStyleCnt="0"/>
      <dgm:spPr/>
    </dgm:pt>
    <dgm:pt modelId="{22F12227-5C35-4434-9811-B36A8035386C}" type="pres">
      <dgm:prSet presAssocID="{A48627B9-2AF2-4BC2-86BD-65780DC970A3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097D2004-3FB0-4BB9-AA6F-F21BB7599F39}" srcId="{30E7A8F7-C60E-4A76-A21C-92177CC30BCB}" destId="{12E3FDB7-B92D-405E-9563-926021AC111A}" srcOrd="1" destOrd="0" parTransId="{354217D6-AB84-4B66-BB61-3083AC94288E}" sibTransId="{2F6DE7AF-76CB-4E46-95ED-D62E342C47B2}"/>
    <dgm:cxn modelId="{F1C84E08-4CC2-4FF9-A904-44D0C6CE678C}" type="presOf" srcId="{A48627B9-2AF2-4BC2-86BD-65780DC970A3}" destId="{22F12227-5C35-4434-9811-B36A8035386C}" srcOrd="0" destOrd="0" presId="urn:microsoft.com/office/officeart/2005/8/layout/vList2"/>
    <dgm:cxn modelId="{AA268A64-49D8-422A-8117-89B01EA3C736}" srcId="{30E7A8F7-C60E-4A76-A21C-92177CC30BCB}" destId="{E726898F-0E4E-4F8A-99F7-CA240867D2B7}" srcOrd="0" destOrd="0" parTransId="{6CCE441E-D201-41E7-B2DA-D26DEA55DE82}" sibTransId="{0E8BD8C0-F2BE-40D8-825B-3E05DE1BF002}"/>
    <dgm:cxn modelId="{9C640D7C-D2CB-483A-94C3-E12DCB547C95}" type="presOf" srcId="{12E3FDB7-B92D-405E-9563-926021AC111A}" destId="{739AD0D3-A536-4314-AD1F-B0D4EAA907B4}" srcOrd="0" destOrd="0" presId="urn:microsoft.com/office/officeart/2005/8/layout/vList2"/>
    <dgm:cxn modelId="{90D9938A-B25F-4180-B5A5-8A778F07A110}" srcId="{30E7A8F7-C60E-4A76-A21C-92177CC30BCB}" destId="{A48627B9-2AF2-4BC2-86BD-65780DC970A3}" srcOrd="2" destOrd="0" parTransId="{F017728F-1275-4B86-B9AC-28D5DFFD780D}" sibTransId="{E6298F4B-80D7-4B90-B359-08D00A5E4867}"/>
    <dgm:cxn modelId="{CBCEAAA5-F0EA-4971-9C63-1DA31F352DF3}" type="presOf" srcId="{30E7A8F7-C60E-4A76-A21C-92177CC30BCB}" destId="{8C75ABBC-294A-4B8A-95B9-A0829AF79983}" srcOrd="0" destOrd="0" presId="urn:microsoft.com/office/officeart/2005/8/layout/vList2"/>
    <dgm:cxn modelId="{D4BABDED-956A-46B7-BAB6-7A0B652F62CA}" type="presOf" srcId="{E726898F-0E4E-4F8A-99F7-CA240867D2B7}" destId="{2B5A8D72-F5A1-4E20-A23B-69449592DD6C}" srcOrd="0" destOrd="0" presId="urn:microsoft.com/office/officeart/2005/8/layout/vList2"/>
    <dgm:cxn modelId="{44D97597-7BF5-4A56-8921-62EC0334AEC2}" type="presParOf" srcId="{8C75ABBC-294A-4B8A-95B9-A0829AF79983}" destId="{2B5A8D72-F5A1-4E20-A23B-69449592DD6C}" srcOrd="0" destOrd="0" presId="urn:microsoft.com/office/officeart/2005/8/layout/vList2"/>
    <dgm:cxn modelId="{792F35FD-368E-4E5E-BB38-39240375E738}" type="presParOf" srcId="{8C75ABBC-294A-4B8A-95B9-A0829AF79983}" destId="{8ED0DDB5-5D44-4CD5-889E-DA6D371016A4}" srcOrd="1" destOrd="0" presId="urn:microsoft.com/office/officeart/2005/8/layout/vList2"/>
    <dgm:cxn modelId="{98955323-9222-4B02-B1DA-3F7A7EC14D97}" type="presParOf" srcId="{8C75ABBC-294A-4B8A-95B9-A0829AF79983}" destId="{739AD0D3-A536-4314-AD1F-B0D4EAA907B4}" srcOrd="2" destOrd="0" presId="urn:microsoft.com/office/officeart/2005/8/layout/vList2"/>
    <dgm:cxn modelId="{B4EBC41C-6109-41F0-9174-9969894EDC59}" type="presParOf" srcId="{8C75ABBC-294A-4B8A-95B9-A0829AF79983}" destId="{FFBB5859-4847-4A11-BA69-B990CF7EF1BC}" srcOrd="3" destOrd="0" presId="urn:microsoft.com/office/officeart/2005/8/layout/vList2"/>
    <dgm:cxn modelId="{EF02E8D3-F287-4E7B-B457-2E8255BA0F6B}" type="presParOf" srcId="{8C75ABBC-294A-4B8A-95B9-A0829AF79983}" destId="{22F12227-5C35-4434-9811-B36A8035386C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C65AC08-9D38-4CD8-AE53-94D7334E38B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0C667E5-E630-4BB4-9A2A-FB6248B393A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Add real-time chat between adopter and shelter</a:t>
          </a:r>
        </a:p>
      </dgm:t>
    </dgm:pt>
    <dgm:pt modelId="{B34F3422-60FD-44CF-874F-845BACB2CF3A}" type="parTrans" cxnId="{87FDA3D6-FD05-4027-8AC6-C3649BEF0332}">
      <dgm:prSet/>
      <dgm:spPr/>
      <dgm:t>
        <a:bodyPr/>
        <a:lstStyle/>
        <a:p>
          <a:endParaRPr lang="en-US"/>
        </a:p>
      </dgm:t>
    </dgm:pt>
    <dgm:pt modelId="{201CF735-1036-4EF9-9A6A-F095FC0C58FB}" type="sibTrans" cxnId="{87FDA3D6-FD05-4027-8AC6-C3649BEF0332}">
      <dgm:prSet/>
      <dgm:spPr/>
      <dgm:t>
        <a:bodyPr/>
        <a:lstStyle/>
        <a:p>
          <a:endParaRPr lang="en-US"/>
        </a:p>
      </dgm:t>
    </dgm:pt>
    <dgm:pt modelId="{E6073310-1D1B-4BE3-A31A-167E3762FB0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Implement authentication tokens for secure login</a:t>
          </a:r>
        </a:p>
      </dgm:t>
    </dgm:pt>
    <dgm:pt modelId="{BC3978B7-761F-47EB-97C8-B8C0BDB4C379}" type="parTrans" cxnId="{CC7CE79E-3C73-426A-B129-C36755268F09}">
      <dgm:prSet/>
      <dgm:spPr/>
      <dgm:t>
        <a:bodyPr/>
        <a:lstStyle/>
        <a:p>
          <a:endParaRPr lang="en-US"/>
        </a:p>
      </dgm:t>
    </dgm:pt>
    <dgm:pt modelId="{B1A7F0D6-FBA5-409C-B1DF-7165345F5357}" type="sibTrans" cxnId="{CC7CE79E-3C73-426A-B129-C36755268F09}">
      <dgm:prSet/>
      <dgm:spPr/>
      <dgm:t>
        <a:bodyPr/>
        <a:lstStyle/>
        <a:p>
          <a:endParaRPr lang="en-US"/>
        </a:p>
      </dgm:t>
    </dgm:pt>
    <dgm:pt modelId="{4AC33CE0-E0BD-4DB8-90C2-22F1FB7819E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Add analytics dashboard for admin</a:t>
          </a:r>
        </a:p>
      </dgm:t>
    </dgm:pt>
    <dgm:pt modelId="{1D2136FA-8548-4422-8EE5-1F07B65652DB}" type="parTrans" cxnId="{5B19995A-A40F-4652-9CC6-F744009EED5A}">
      <dgm:prSet/>
      <dgm:spPr/>
      <dgm:t>
        <a:bodyPr/>
        <a:lstStyle/>
        <a:p>
          <a:endParaRPr lang="en-US"/>
        </a:p>
      </dgm:t>
    </dgm:pt>
    <dgm:pt modelId="{C4239B33-83EB-4052-9F1E-D52C8FD9F913}" type="sibTrans" cxnId="{5B19995A-A40F-4652-9CC6-F744009EED5A}">
      <dgm:prSet/>
      <dgm:spPr/>
      <dgm:t>
        <a:bodyPr/>
        <a:lstStyle/>
        <a:p>
          <a:endParaRPr lang="en-US"/>
        </a:p>
      </dgm:t>
    </dgm:pt>
    <dgm:pt modelId="{315F660B-889B-4416-9DB2-7607490EF0F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Improve UI responsiveness for mobile users</a:t>
          </a:r>
        </a:p>
      </dgm:t>
    </dgm:pt>
    <dgm:pt modelId="{8216E1E4-57FF-47AF-B086-5B3C2C3AFA05}" type="parTrans" cxnId="{B0517107-A5FF-4C8F-8013-F6C1E4CD5EBE}">
      <dgm:prSet/>
      <dgm:spPr/>
      <dgm:t>
        <a:bodyPr/>
        <a:lstStyle/>
        <a:p>
          <a:endParaRPr lang="en-US"/>
        </a:p>
      </dgm:t>
    </dgm:pt>
    <dgm:pt modelId="{CE415909-23EF-4271-819D-C5A3EDF8EDA6}" type="sibTrans" cxnId="{B0517107-A5FF-4C8F-8013-F6C1E4CD5EBE}">
      <dgm:prSet/>
      <dgm:spPr/>
      <dgm:t>
        <a:bodyPr/>
        <a:lstStyle/>
        <a:p>
          <a:endParaRPr lang="en-US"/>
        </a:p>
      </dgm:t>
    </dgm:pt>
    <dgm:pt modelId="{28ACC98D-9130-4BAD-AF23-2A903329D933}" type="pres">
      <dgm:prSet presAssocID="{3C65AC08-9D38-4CD8-AE53-94D7334E38B8}" presName="root" presStyleCnt="0">
        <dgm:presLayoutVars>
          <dgm:dir/>
          <dgm:resizeHandles val="exact"/>
        </dgm:presLayoutVars>
      </dgm:prSet>
      <dgm:spPr/>
    </dgm:pt>
    <dgm:pt modelId="{DCA6AC17-33CE-47E3-8842-F32ED998425F}" type="pres">
      <dgm:prSet presAssocID="{80C667E5-E630-4BB4-9A2A-FB6248B393A4}" presName="compNode" presStyleCnt="0"/>
      <dgm:spPr/>
    </dgm:pt>
    <dgm:pt modelId="{D3AF0F71-7CDD-49FC-9A78-5AB830E1EDA9}" type="pres">
      <dgm:prSet presAssocID="{80C667E5-E630-4BB4-9A2A-FB6248B393A4}" presName="bgRect" presStyleLbl="bgShp" presStyleIdx="0" presStyleCnt="4"/>
      <dgm:spPr/>
    </dgm:pt>
    <dgm:pt modelId="{B432B51F-919A-42FE-9EDF-8392B549E906}" type="pres">
      <dgm:prSet presAssocID="{80C667E5-E630-4BB4-9A2A-FB6248B393A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peech"/>
        </a:ext>
      </dgm:extLst>
    </dgm:pt>
    <dgm:pt modelId="{E8B8B8E9-0EAE-4709-97D1-0EC54FBB85CE}" type="pres">
      <dgm:prSet presAssocID="{80C667E5-E630-4BB4-9A2A-FB6248B393A4}" presName="spaceRect" presStyleCnt="0"/>
      <dgm:spPr/>
    </dgm:pt>
    <dgm:pt modelId="{9DADB702-0F4C-49DA-BF92-DFBAE6893E65}" type="pres">
      <dgm:prSet presAssocID="{80C667E5-E630-4BB4-9A2A-FB6248B393A4}" presName="parTx" presStyleLbl="revTx" presStyleIdx="0" presStyleCnt="4">
        <dgm:presLayoutVars>
          <dgm:chMax val="0"/>
          <dgm:chPref val="0"/>
        </dgm:presLayoutVars>
      </dgm:prSet>
      <dgm:spPr/>
    </dgm:pt>
    <dgm:pt modelId="{03E96266-E431-4B76-87B1-6989F3A0A64C}" type="pres">
      <dgm:prSet presAssocID="{201CF735-1036-4EF9-9A6A-F095FC0C58FB}" presName="sibTrans" presStyleCnt="0"/>
      <dgm:spPr/>
    </dgm:pt>
    <dgm:pt modelId="{248EE834-6327-4132-854F-A1D1882D2FE5}" type="pres">
      <dgm:prSet presAssocID="{E6073310-1D1B-4BE3-A31A-167E3762FB0D}" presName="compNode" presStyleCnt="0"/>
      <dgm:spPr/>
    </dgm:pt>
    <dgm:pt modelId="{A3AF9B06-84FE-47A9-8240-EE1FAEC4C2B8}" type="pres">
      <dgm:prSet presAssocID="{E6073310-1D1B-4BE3-A31A-167E3762FB0D}" presName="bgRect" presStyleLbl="bgShp" presStyleIdx="1" presStyleCnt="4"/>
      <dgm:spPr/>
    </dgm:pt>
    <dgm:pt modelId="{9CBBF94C-7AFF-4950-93EE-8DDC23264ECB}" type="pres">
      <dgm:prSet presAssocID="{E6073310-1D1B-4BE3-A31A-167E3762FB0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09C47ECD-0F5B-461A-82EC-8FA42B797473}" type="pres">
      <dgm:prSet presAssocID="{E6073310-1D1B-4BE3-A31A-167E3762FB0D}" presName="spaceRect" presStyleCnt="0"/>
      <dgm:spPr/>
    </dgm:pt>
    <dgm:pt modelId="{BD8ADAE8-BB9A-4432-9EE9-134E94D5DEB5}" type="pres">
      <dgm:prSet presAssocID="{E6073310-1D1B-4BE3-A31A-167E3762FB0D}" presName="parTx" presStyleLbl="revTx" presStyleIdx="1" presStyleCnt="4">
        <dgm:presLayoutVars>
          <dgm:chMax val="0"/>
          <dgm:chPref val="0"/>
        </dgm:presLayoutVars>
      </dgm:prSet>
      <dgm:spPr/>
    </dgm:pt>
    <dgm:pt modelId="{28241FE1-21A5-4D3D-879D-5DA5DB586AF4}" type="pres">
      <dgm:prSet presAssocID="{B1A7F0D6-FBA5-409C-B1DF-7165345F5357}" presName="sibTrans" presStyleCnt="0"/>
      <dgm:spPr/>
    </dgm:pt>
    <dgm:pt modelId="{560A0898-069C-426D-B60E-1AFB298419C1}" type="pres">
      <dgm:prSet presAssocID="{4AC33CE0-E0BD-4DB8-90C2-22F1FB7819E2}" presName="compNode" presStyleCnt="0"/>
      <dgm:spPr/>
    </dgm:pt>
    <dgm:pt modelId="{8759D537-9EB5-4EF1-ABE5-9E721226AA17}" type="pres">
      <dgm:prSet presAssocID="{4AC33CE0-E0BD-4DB8-90C2-22F1FB7819E2}" presName="bgRect" presStyleLbl="bgShp" presStyleIdx="2" presStyleCnt="4"/>
      <dgm:spPr/>
    </dgm:pt>
    <dgm:pt modelId="{7BE4C46F-9627-413F-8401-89FF522040AA}" type="pres">
      <dgm:prSet presAssocID="{4AC33CE0-E0BD-4DB8-90C2-22F1FB7819E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B7E84025-398B-45FA-B5D8-F0F59D8A27DE}" type="pres">
      <dgm:prSet presAssocID="{4AC33CE0-E0BD-4DB8-90C2-22F1FB7819E2}" presName="spaceRect" presStyleCnt="0"/>
      <dgm:spPr/>
    </dgm:pt>
    <dgm:pt modelId="{36B0456B-350D-4155-A084-5AEA73EE8BB6}" type="pres">
      <dgm:prSet presAssocID="{4AC33CE0-E0BD-4DB8-90C2-22F1FB7819E2}" presName="parTx" presStyleLbl="revTx" presStyleIdx="2" presStyleCnt="4">
        <dgm:presLayoutVars>
          <dgm:chMax val="0"/>
          <dgm:chPref val="0"/>
        </dgm:presLayoutVars>
      </dgm:prSet>
      <dgm:spPr/>
    </dgm:pt>
    <dgm:pt modelId="{D3F31DB4-A0A6-4728-A367-564FC711F68C}" type="pres">
      <dgm:prSet presAssocID="{C4239B33-83EB-4052-9F1E-D52C8FD9F913}" presName="sibTrans" presStyleCnt="0"/>
      <dgm:spPr/>
    </dgm:pt>
    <dgm:pt modelId="{2B1A7D86-9031-4A40-BD41-3834435EB0BA}" type="pres">
      <dgm:prSet presAssocID="{315F660B-889B-4416-9DB2-7607490EF0FF}" presName="compNode" presStyleCnt="0"/>
      <dgm:spPr/>
    </dgm:pt>
    <dgm:pt modelId="{9C7FCE02-C1B1-45BD-98DE-B952FF288CAC}" type="pres">
      <dgm:prSet presAssocID="{315F660B-889B-4416-9DB2-7607490EF0FF}" presName="bgRect" presStyleLbl="bgShp" presStyleIdx="3" presStyleCnt="4"/>
      <dgm:spPr/>
    </dgm:pt>
    <dgm:pt modelId="{C41D256B-7D22-4A0E-A0DB-A556A4071AD5}" type="pres">
      <dgm:prSet presAssocID="{315F660B-889B-4416-9DB2-7607490EF0F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10E09E9E-1381-445B-8424-D7A85D08FE61}" type="pres">
      <dgm:prSet presAssocID="{315F660B-889B-4416-9DB2-7607490EF0FF}" presName="spaceRect" presStyleCnt="0"/>
      <dgm:spPr/>
    </dgm:pt>
    <dgm:pt modelId="{80F1561E-FB5C-4BEA-9D88-67819CC441AA}" type="pres">
      <dgm:prSet presAssocID="{315F660B-889B-4416-9DB2-7607490EF0FF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B0517107-A5FF-4C8F-8013-F6C1E4CD5EBE}" srcId="{3C65AC08-9D38-4CD8-AE53-94D7334E38B8}" destId="{315F660B-889B-4416-9DB2-7607490EF0FF}" srcOrd="3" destOrd="0" parTransId="{8216E1E4-57FF-47AF-B086-5B3C2C3AFA05}" sibTransId="{CE415909-23EF-4271-819D-C5A3EDF8EDA6}"/>
    <dgm:cxn modelId="{A954CA2D-DE2B-41C2-A0D0-0FEDAEB3086E}" type="presOf" srcId="{3C65AC08-9D38-4CD8-AE53-94D7334E38B8}" destId="{28ACC98D-9130-4BAD-AF23-2A903329D933}" srcOrd="0" destOrd="0" presId="urn:microsoft.com/office/officeart/2018/2/layout/IconVerticalSolidList"/>
    <dgm:cxn modelId="{D09AF032-3E74-4591-8608-9B2894EB48CE}" type="presOf" srcId="{E6073310-1D1B-4BE3-A31A-167E3762FB0D}" destId="{BD8ADAE8-BB9A-4432-9EE9-134E94D5DEB5}" srcOrd="0" destOrd="0" presId="urn:microsoft.com/office/officeart/2018/2/layout/IconVerticalSolidList"/>
    <dgm:cxn modelId="{7971AD49-C42C-45ED-9144-0923BFA57E8F}" type="presOf" srcId="{4AC33CE0-E0BD-4DB8-90C2-22F1FB7819E2}" destId="{36B0456B-350D-4155-A084-5AEA73EE8BB6}" srcOrd="0" destOrd="0" presId="urn:microsoft.com/office/officeart/2018/2/layout/IconVerticalSolidList"/>
    <dgm:cxn modelId="{717F6D6C-2903-48CE-BDDE-E23FCB210F5E}" type="presOf" srcId="{315F660B-889B-4416-9DB2-7607490EF0FF}" destId="{80F1561E-FB5C-4BEA-9D88-67819CC441AA}" srcOrd="0" destOrd="0" presId="urn:microsoft.com/office/officeart/2018/2/layout/IconVerticalSolidList"/>
    <dgm:cxn modelId="{5B19995A-A40F-4652-9CC6-F744009EED5A}" srcId="{3C65AC08-9D38-4CD8-AE53-94D7334E38B8}" destId="{4AC33CE0-E0BD-4DB8-90C2-22F1FB7819E2}" srcOrd="2" destOrd="0" parTransId="{1D2136FA-8548-4422-8EE5-1F07B65652DB}" sibTransId="{C4239B33-83EB-4052-9F1E-D52C8FD9F913}"/>
    <dgm:cxn modelId="{CC7CE79E-3C73-426A-B129-C36755268F09}" srcId="{3C65AC08-9D38-4CD8-AE53-94D7334E38B8}" destId="{E6073310-1D1B-4BE3-A31A-167E3762FB0D}" srcOrd="1" destOrd="0" parTransId="{BC3978B7-761F-47EB-97C8-B8C0BDB4C379}" sibTransId="{B1A7F0D6-FBA5-409C-B1DF-7165345F5357}"/>
    <dgm:cxn modelId="{D4F2F1A0-25C3-4DEC-80A1-7A4E5DCB2A85}" type="presOf" srcId="{80C667E5-E630-4BB4-9A2A-FB6248B393A4}" destId="{9DADB702-0F4C-49DA-BF92-DFBAE6893E65}" srcOrd="0" destOrd="0" presId="urn:microsoft.com/office/officeart/2018/2/layout/IconVerticalSolidList"/>
    <dgm:cxn modelId="{87FDA3D6-FD05-4027-8AC6-C3649BEF0332}" srcId="{3C65AC08-9D38-4CD8-AE53-94D7334E38B8}" destId="{80C667E5-E630-4BB4-9A2A-FB6248B393A4}" srcOrd="0" destOrd="0" parTransId="{B34F3422-60FD-44CF-874F-845BACB2CF3A}" sibTransId="{201CF735-1036-4EF9-9A6A-F095FC0C58FB}"/>
    <dgm:cxn modelId="{BED7E403-DE7A-4E1F-BB29-EDB568FC3D62}" type="presParOf" srcId="{28ACC98D-9130-4BAD-AF23-2A903329D933}" destId="{DCA6AC17-33CE-47E3-8842-F32ED998425F}" srcOrd="0" destOrd="0" presId="urn:microsoft.com/office/officeart/2018/2/layout/IconVerticalSolidList"/>
    <dgm:cxn modelId="{495EC56F-36BA-427B-97AC-D79F4DBB7EB4}" type="presParOf" srcId="{DCA6AC17-33CE-47E3-8842-F32ED998425F}" destId="{D3AF0F71-7CDD-49FC-9A78-5AB830E1EDA9}" srcOrd="0" destOrd="0" presId="urn:microsoft.com/office/officeart/2018/2/layout/IconVerticalSolidList"/>
    <dgm:cxn modelId="{98026151-E5B4-42EB-AEEA-4310CD1E5B19}" type="presParOf" srcId="{DCA6AC17-33CE-47E3-8842-F32ED998425F}" destId="{B432B51F-919A-42FE-9EDF-8392B549E906}" srcOrd="1" destOrd="0" presId="urn:microsoft.com/office/officeart/2018/2/layout/IconVerticalSolidList"/>
    <dgm:cxn modelId="{58002D1E-3449-4741-9758-9048C33D2822}" type="presParOf" srcId="{DCA6AC17-33CE-47E3-8842-F32ED998425F}" destId="{E8B8B8E9-0EAE-4709-97D1-0EC54FBB85CE}" srcOrd="2" destOrd="0" presId="urn:microsoft.com/office/officeart/2018/2/layout/IconVerticalSolidList"/>
    <dgm:cxn modelId="{5BC51B1F-03C9-443B-BD1E-DD9CEEEC3F4F}" type="presParOf" srcId="{DCA6AC17-33CE-47E3-8842-F32ED998425F}" destId="{9DADB702-0F4C-49DA-BF92-DFBAE6893E65}" srcOrd="3" destOrd="0" presId="urn:microsoft.com/office/officeart/2018/2/layout/IconVerticalSolidList"/>
    <dgm:cxn modelId="{4B146FEB-BB55-47F8-A95D-3F515258DC3B}" type="presParOf" srcId="{28ACC98D-9130-4BAD-AF23-2A903329D933}" destId="{03E96266-E431-4B76-87B1-6989F3A0A64C}" srcOrd="1" destOrd="0" presId="urn:microsoft.com/office/officeart/2018/2/layout/IconVerticalSolidList"/>
    <dgm:cxn modelId="{6A40C07F-C5A5-4460-BF2E-2630219A72BE}" type="presParOf" srcId="{28ACC98D-9130-4BAD-AF23-2A903329D933}" destId="{248EE834-6327-4132-854F-A1D1882D2FE5}" srcOrd="2" destOrd="0" presId="urn:microsoft.com/office/officeart/2018/2/layout/IconVerticalSolidList"/>
    <dgm:cxn modelId="{15938BA3-5B8D-4567-BE6F-6EDC897E03B4}" type="presParOf" srcId="{248EE834-6327-4132-854F-A1D1882D2FE5}" destId="{A3AF9B06-84FE-47A9-8240-EE1FAEC4C2B8}" srcOrd="0" destOrd="0" presId="urn:microsoft.com/office/officeart/2018/2/layout/IconVerticalSolidList"/>
    <dgm:cxn modelId="{2BE1FDEA-9E2B-481C-B268-247A360AFBCE}" type="presParOf" srcId="{248EE834-6327-4132-854F-A1D1882D2FE5}" destId="{9CBBF94C-7AFF-4950-93EE-8DDC23264ECB}" srcOrd="1" destOrd="0" presId="urn:microsoft.com/office/officeart/2018/2/layout/IconVerticalSolidList"/>
    <dgm:cxn modelId="{C0A20202-BDBC-4777-AABC-715B1C4613CC}" type="presParOf" srcId="{248EE834-6327-4132-854F-A1D1882D2FE5}" destId="{09C47ECD-0F5B-461A-82EC-8FA42B797473}" srcOrd="2" destOrd="0" presId="urn:microsoft.com/office/officeart/2018/2/layout/IconVerticalSolidList"/>
    <dgm:cxn modelId="{076EFF2D-1D81-47F8-928A-E8BBFB94A25D}" type="presParOf" srcId="{248EE834-6327-4132-854F-A1D1882D2FE5}" destId="{BD8ADAE8-BB9A-4432-9EE9-134E94D5DEB5}" srcOrd="3" destOrd="0" presId="urn:microsoft.com/office/officeart/2018/2/layout/IconVerticalSolidList"/>
    <dgm:cxn modelId="{F92A4E2B-1815-4E82-9A16-96675B91F0D8}" type="presParOf" srcId="{28ACC98D-9130-4BAD-AF23-2A903329D933}" destId="{28241FE1-21A5-4D3D-879D-5DA5DB586AF4}" srcOrd="3" destOrd="0" presId="urn:microsoft.com/office/officeart/2018/2/layout/IconVerticalSolidList"/>
    <dgm:cxn modelId="{4CDB720C-47B3-4610-B9D3-4EB2241A8E74}" type="presParOf" srcId="{28ACC98D-9130-4BAD-AF23-2A903329D933}" destId="{560A0898-069C-426D-B60E-1AFB298419C1}" srcOrd="4" destOrd="0" presId="urn:microsoft.com/office/officeart/2018/2/layout/IconVerticalSolidList"/>
    <dgm:cxn modelId="{90FDC9A5-05C0-491E-A9B8-7280A5831F94}" type="presParOf" srcId="{560A0898-069C-426D-B60E-1AFB298419C1}" destId="{8759D537-9EB5-4EF1-ABE5-9E721226AA17}" srcOrd="0" destOrd="0" presId="urn:microsoft.com/office/officeart/2018/2/layout/IconVerticalSolidList"/>
    <dgm:cxn modelId="{966FE6CD-1906-4061-A1B8-F5B2A542942C}" type="presParOf" srcId="{560A0898-069C-426D-B60E-1AFB298419C1}" destId="{7BE4C46F-9627-413F-8401-89FF522040AA}" srcOrd="1" destOrd="0" presId="urn:microsoft.com/office/officeart/2018/2/layout/IconVerticalSolidList"/>
    <dgm:cxn modelId="{23D01F4B-340E-4327-9AA2-6C00A478E193}" type="presParOf" srcId="{560A0898-069C-426D-B60E-1AFB298419C1}" destId="{B7E84025-398B-45FA-B5D8-F0F59D8A27DE}" srcOrd="2" destOrd="0" presId="urn:microsoft.com/office/officeart/2018/2/layout/IconVerticalSolidList"/>
    <dgm:cxn modelId="{30493A60-EC05-4C50-BD49-F2DA2F08C611}" type="presParOf" srcId="{560A0898-069C-426D-B60E-1AFB298419C1}" destId="{36B0456B-350D-4155-A084-5AEA73EE8BB6}" srcOrd="3" destOrd="0" presId="urn:microsoft.com/office/officeart/2018/2/layout/IconVerticalSolidList"/>
    <dgm:cxn modelId="{9CAE981A-8AED-4ECE-AA00-8BBDBF601A44}" type="presParOf" srcId="{28ACC98D-9130-4BAD-AF23-2A903329D933}" destId="{D3F31DB4-A0A6-4728-A367-564FC711F68C}" srcOrd="5" destOrd="0" presId="urn:microsoft.com/office/officeart/2018/2/layout/IconVerticalSolidList"/>
    <dgm:cxn modelId="{DAF29DBA-08A9-4F7F-A37A-2ED5F4F911C6}" type="presParOf" srcId="{28ACC98D-9130-4BAD-AF23-2A903329D933}" destId="{2B1A7D86-9031-4A40-BD41-3834435EB0BA}" srcOrd="6" destOrd="0" presId="urn:microsoft.com/office/officeart/2018/2/layout/IconVerticalSolidList"/>
    <dgm:cxn modelId="{A4062F38-7D87-48EE-A603-BE00FCA2D945}" type="presParOf" srcId="{2B1A7D86-9031-4A40-BD41-3834435EB0BA}" destId="{9C7FCE02-C1B1-45BD-98DE-B952FF288CAC}" srcOrd="0" destOrd="0" presId="urn:microsoft.com/office/officeart/2018/2/layout/IconVerticalSolidList"/>
    <dgm:cxn modelId="{E668E7A7-AD6E-4ED6-B901-8287329515DB}" type="presParOf" srcId="{2B1A7D86-9031-4A40-BD41-3834435EB0BA}" destId="{C41D256B-7D22-4A0E-A0DB-A556A4071AD5}" srcOrd="1" destOrd="0" presId="urn:microsoft.com/office/officeart/2018/2/layout/IconVerticalSolidList"/>
    <dgm:cxn modelId="{ED5C11C1-EE2A-462E-8ABB-18A4C128CEE7}" type="presParOf" srcId="{2B1A7D86-9031-4A40-BD41-3834435EB0BA}" destId="{10E09E9E-1381-445B-8424-D7A85D08FE61}" srcOrd="2" destOrd="0" presId="urn:microsoft.com/office/officeart/2018/2/layout/IconVerticalSolidList"/>
    <dgm:cxn modelId="{13A4E362-9FFA-4A98-8364-82D7B8BD0ED8}" type="presParOf" srcId="{2B1A7D86-9031-4A40-BD41-3834435EB0BA}" destId="{80F1561E-FB5C-4BEA-9D88-67819CC441A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E01CAA9-8DAF-43B3-9303-3F94FC380426}" type="doc">
      <dgm:prSet loTypeId="urn:microsoft.com/office/officeart/2005/8/layout/matrix3" loCatId="matrix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0E4C8D48-10B6-4A6D-99FD-39B475CE425F}">
      <dgm:prSet/>
      <dgm:spPr/>
      <dgm:t>
        <a:bodyPr/>
        <a:lstStyle/>
        <a:p>
          <a:r>
            <a:rPr lang="en-US" dirty="0"/>
            <a:t>Learned practical application of OOP and MVC pattern</a:t>
          </a:r>
        </a:p>
      </dgm:t>
    </dgm:pt>
    <dgm:pt modelId="{8A7499B2-511F-4CE5-A516-585709ACB711}" type="parTrans" cxnId="{8E658C26-B084-4249-AEF5-CDD68652AAD1}">
      <dgm:prSet/>
      <dgm:spPr/>
      <dgm:t>
        <a:bodyPr/>
        <a:lstStyle/>
        <a:p>
          <a:endParaRPr lang="en-US"/>
        </a:p>
      </dgm:t>
    </dgm:pt>
    <dgm:pt modelId="{12E66285-CD58-4B79-BCC9-9A5EBFBF1ABC}" type="sibTrans" cxnId="{8E658C26-B084-4249-AEF5-CDD68652AAD1}">
      <dgm:prSet/>
      <dgm:spPr/>
      <dgm:t>
        <a:bodyPr/>
        <a:lstStyle/>
        <a:p>
          <a:endParaRPr lang="en-US"/>
        </a:p>
      </dgm:t>
    </dgm:pt>
    <dgm:pt modelId="{66E02F1F-A376-4E69-93D9-C432A599A752}">
      <dgm:prSet/>
      <dgm:spPr/>
      <dgm:t>
        <a:bodyPr/>
        <a:lstStyle/>
        <a:p>
          <a:pPr rtl="0"/>
          <a:r>
            <a:rPr lang="en-US" dirty="0"/>
            <a:t>Worked on end-to-end full stack development</a:t>
          </a:r>
          <a:r>
            <a:rPr lang="en-US" dirty="0">
              <a:latin typeface="Calibri"/>
            </a:rPr>
            <a:t> using Java</a:t>
          </a:r>
          <a:endParaRPr lang="en-US" dirty="0"/>
        </a:p>
      </dgm:t>
    </dgm:pt>
    <dgm:pt modelId="{8577026B-16E2-4858-A9E2-73BC0EA2A8F8}" type="parTrans" cxnId="{CCE9D9D1-8C84-4024-ADB9-8636D40E753E}">
      <dgm:prSet/>
      <dgm:spPr/>
      <dgm:t>
        <a:bodyPr/>
        <a:lstStyle/>
        <a:p>
          <a:endParaRPr lang="en-US"/>
        </a:p>
      </dgm:t>
    </dgm:pt>
    <dgm:pt modelId="{AA6D8E6B-E1D8-48D5-A5FD-2DE0E1D142DD}" type="sibTrans" cxnId="{CCE9D9D1-8C84-4024-ADB9-8636D40E753E}">
      <dgm:prSet/>
      <dgm:spPr/>
      <dgm:t>
        <a:bodyPr/>
        <a:lstStyle/>
        <a:p>
          <a:endParaRPr lang="en-US"/>
        </a:p>
      </dgm:t>
    </dgm:pt>
    <dgm:pt modelId="{EDA6343F-1A85-43C5-8548-9DD046EBE277}">
      <dgm:prSet/>
      <dgm:spPr/>
      <dgm:t>
        <a:bodyPr/>
        <a:lstStyle/>
        <a:p>
          <a:pPr rtl="0"/>
          <a:r>
            <a:rPr lang="en-US" dirty="0"/>
            <a:t>Gained experience with </a:t>
          </a:r>
          <a:r>
            <a:rPr lang="en-US" dirty="0">
              <a:latin typeface="Calibri"/>
            </a:rPr>
            <a:t>SpringBoot, </a:t>
          </a:r>
          <a:r>
            <a:rPr lang="en-US" dirty="0"/>
            <a:t>MongoDB and React integration</a:t>
          </a:r>
        </a:p>
      </dgm:t>
    </dgm:pt>
    <dgm:pt modelId="{878797F6-2D0C-4C0C-9B3E-C5010FC812EA}" type="parTrans" cxnId="{2DF3030B-DA7A-425E-A074-8849EFE02362}">
      <dgm:prSet/>
      <dgm:spPr/>
      <dgm:t>
        <a:bodyPr/>
        <a:lstStyle/>
        <a:p>
          <a:endParaRPr lang="en-US"/>
        </a:p>
      </dgm:t>
    </dgm:pt>
    <dgm:pt modelId="{CBF9D6CC-15B1-4C20-885E-2EFE693867F8}" type="sibTrans" cxnId="{2DF3030B-DA7A-425E-A074-8849EFE02362}">
      <dgm:prSet/>
      <dgm:spPr/>
      <dgm:t>
        <a:bodyPr/>
        <a:lstStyle/>
        <a:p>
          <a:endParaRPr lang="en-US"/>
        </a:p>
      </dgm:t>
    </dgm:pt>
    <dgm:pt modelId="{CB4C09CD-E091-4D79-845E-1DF47444748E}">
      <dgm:prSet/>
      <dgm:spPr/>
      <dgm:t>
        <a:bodyPr/>
        <a:lstStyle/>
        <a:p>
          <a:pPr rtl="0"/>
          <a:r>
            <a:rPr lang="en-US" dirty="0"/>
            <a:t>Handled testing, </a:t>
          </a:r>
          <a:r>
            <a:rPr lang="en-US" dirty="0">
              <a:latin typeface="Calibri"/>
            </a:rPr>
            <a:t>validations, debugging</a:t>
          </a:r>
          <a:r>
            <a:rPr lang="en-US" dirty="0"/>
            <a:t> and exception management</a:t>
          </a:r>
        </a:p>
      </dgm:t>
    </dgm:pt>
    <dgm:pt modelId="{D25E982D-8A56-4ECA-A2F8-8EC336576439}" type="parTrans" cxnId="{3E0E878D-63CF-4775-98F6-4F2601AD10E0}">
      <dgm:prSet/>
      <dgm:spPr/>
      <dgm:t>
        <a:bodyPr/>
        <a:lstStyle/>
        <a:p>
          <a:endParaRPr lang="en-US"/>
        </a:p>
      </dgm:t>
    </dgm:pt>
    <dgm:pt modelId="{0EF833F8-9919-455D-90A9-D91FB90B71E4}" type="sibTrans" cxnId="{3E0E878D-63CF-4775-98F6-4F2601AD10E0}">
      <dgm:prSet/>
      <dgm:spPr/>
      <dgm:t>
        <a:bodyPr/>
        <a:lstStyle/>
        <a:p>
          <a:endParaRPr lang="en-US"/>
        </a:p>
      </dgm:t>
    </dgm:pt>
    <dgm:pt modelId="{CEE68B38-A67A-4536-98D1-78DAE366A762}" type="pres">
      <dgm:prSet presAssocID="{CE01CAA9-8DAF-43B3-9303-3F94FC380426}" presName="matrix" presStyleCnt="0">
        <dgm:presLayoutVars>
          <dgm:chMax val="1"/>
          <dgm:dir/>
          <dgm:resizeHandles val="exact"/>
        </dgm:presLayoutVars>
      </dgm:prSet>
      <dgm:spPr/>
    </dgm:pt>
    <dgm:pt modelId="{17D58C57-EF5C-48BC-882C-9AB314407363}" type="pres">
      <dgm:prSet presAssocID="{CE01CAA9-8DAF-43B3-9303-3F94FC380426}" presName="diamond" presStyleLbl="bgShp" presStyleIdx="0" presStyleCnt="1"/>
      <dgm:spPr/>
    </dgm:pt>
    <dgm:pt modelId="{54839AAE-4DE2-4C9B-92DD-7E2FD7D5C8A4}" type="pres">
      <dgm:prSet presAssocID="{CE01CAA9-8DAF-43B3-9303-3F94FC380426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18EC6303-EF1D-458F-80C4-254FBCF9A143}" type="pres">
      <dgm:prSet presAssocID="{CE01CAA9-8DAF-43B3-9303-3F94FC380426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4301FEEB-DB6E-45CD-9D34-516D61728DC6}" type="pres">
      <dgm:prSet presAssocID="{CE01CAA9-8DAF-43B3-9303-3F94FC380426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CE3EF593-7DC0-4B90-B03F-5B4659C6C0CA}" type="pres">
      <dgm:prSet presAssocID="{CE01CAA9-8DAF-43B3-9303-3F94FC380426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2DF3030B-DA7A-425E-A074-8849EFE02362}" srcId="{CE01CAA9-8DAF-43B3-9303-3F94FC380426}" destId="{EDA6343F-1A85-43C5-8548-9DD046EBE277}" srcOrd="2" destOrd="0" parTransId="{878797F6-2D0C-4C0C-9B3E-C5010FC812EA}" sibTransId="{CBF9D6CC-15B1-4C20-885E-2EFE693867F8}"/>
    <dgm:cxn modelId="{8E658C26-B084-4249-AEF5-CDD68652AAD1}" srcId="{CE01CAA9-8DAF-43B3-9303-3F94FC380426}" destId="{0E4C8D48-10B6-4A6D-99FD-39B475CE425F}" srcOrd="0" destOrd="0" parTransId="{8A7499B2-511F-4CE5-A516-585709ACB711}" sibTransId="{12E66285-CD58-4B79-BCC9-9A5EBFBF1ABC}"/>
    <dgm:cxn modelId="{84AE3927-50C9-4115-A91A-54B4566BC292}" type="presOf" srcId="{0E4C8D48-10B6-4A6D-99FD-39B475CE425F}" destId="{54839AAE-4DE2-4C9B-92DD-7E2FD7D5C8A4}" srcOrd="0" destOrd="0" presId="urn:microsoft.com/office/officeart/2005/8/layout/matrix3"/>
    <dgm:cxn modelId="{C036F029-83C4-4B53-A303-B65B26A5C993}" type="presOf" srcId="{CB4C09CD-E091-4D79-845E-1DF47444748E}" destId="{CE3EF593-7DC0-4B90-B03F-5B4659C6C0CA}" srcOrd="0" destOrd="0" presId="urn:microsoft.com/office/officeart/2005/8/layout/matrix3"/>
    <dgm:cxn modelId="{9852A72F-4FF5-4150-9CC0-BFB94D64BC53}" type="presOf" srcId="{CE01CAA9-8DAF-43B3-9303-3F94FC380426}" destId="{CEE68B38-A67A-4536-98D1-78DAE366A762}" srcOrd="0" destOrd="0" presId="urn:microsoft.com/office/officeart/2005/8/layout/matrix3"/>
    <dgm:cxn modelId="{3E0E878D-63CF-4775-98F6-4F2601AD10E0}" srcId="{CE01CAA9-8DAF-43B3-9303-3F94FC380426}" destId="{CB4C09CD-E091-4D79-845E-1DF47444748E}" srcOrd="3" destOrd="0" parTransId="{D25E982D-8A56-4ECA-A2F8-8EC336576439}" sibTransId="{0EF833F8-9919-455D-90A9-D91FB90B71E4}"/>
    <dgm:cxn modelId="{CCE9D9D1-8C84-4024-ADB9-8636D40E753E}" srcId="{CE01CAA9-8DAF-43B3-9303-3F94FC380426}" destId="{66E02F1F-A376-4E69-93D9-C432A599A752}" srcOrd="1" destOrd="0" parTransId="{8577026B-16E2-4858-A9E2-73BC0EA2A8F8}" sibTransId="{AA6D8E6B-E1D8-48D5-A5FD-2DE0E1D142DD}"/>
    <dgm:cxn modelId="{05FBFBF1-1CE6-4312-9A20-5AB2DEC7F913}" type="presOf" srcId="{EDA6343F-1A85-43C5-8548-9DD046EBE277}" destId="{4301FEEB-DB6E-45CD-9D34-516D61728DC6}" srcOrd="0" destOrd="0" presId="urn:microsoft.com/office/officeart/2005/8/layout/matrix3"/>
    <dgm:cxn modelId="{603593FC-D8FC-4699-B3E4-229037BF20A3}" type="presOf" srcId="{66E02F1F-A376-4E69-93D9-C432A599A752}" destId="{18EC6303-EF1D-458F-80C4-254FBCF9A143}" srcOrd="0" destOrd="0" presId="urn:microsoft.com/office/officeart/2005/8/layout/matrix3"/>
    <dgm:cxn modelId="{65C38026-84CC-450A-A3CB-CAFDA7EB4FF5}" type="presParOf" srcId="{CEE68B38-A67A-4536-98D1-78DAE366A762}" destId="{17D58C57-EF5C-48BC-882C-9AB314407363}" srcOrd="0" destOrd="0" presId="urn:microsoft.com/office/officeart/2005/8/layout/matrix3"/>
    <dgm:cxn modelId="{7EE08EE9-11FD-48EB-A3D7-C5CD33BAF5A4}" type="presParOf" srcId="{CEE68B38-A67A-4536-98D1-78DAE366A762}" destId="{54839AAE-4DE2-4C9B-92DD-7E2FD7D5C8A4}" srcOrd="1" destOrd="0" presId="urn:microsoft.com/office/officeart/2005/8/layout/matrix3"/>
    <dgm:cxn modelId="{913F5151-9DE0-4319-8BA8-5D1E1011EE4A}" type="presParOf" srcId="{CEE68B38-A67A-4536-98D1-78DAE366A762}" destId="{18EC6303-EF1D-458F-80C4-254FBCF9A143}" srcOrd="2" destOrd="0" presId="urn:microsoft.com/office/officeart/2005/8/layout/matrix3"/>
    <dgm:cxn modelId="{16B4768E-9C07-4F6A-B3AF-2A0D6FF4C77D}" type="presParOf" srcId="{CEE68B38-A67A-4536-98D1-78DAE366A762}" destId="{4301FEEB-DB6E-45CD-9D34-516D61728DC6}" srcOrd="3" destOrd="0" presId="urn:microsoft.com/office/officeart/2005/8/layout/matrix3"/>
    <dgm:cxn modelId="{249AB1CB-0AC4-4699-8AB9-8757F5234465}" type="presParOf" srcId="{CEE68B38-A67A-4536-98D1-78DAE366A762}" destId="{CE3EF593-7DC0-4B90-B03F-5B4659C6C0CA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BA895C9-5D61-442D-949B-9FDE6EBA2707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218F8DD-950E-425E-A61B-3899E12A79B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• Login and Sign Up Pages using React</a:t>
          </a:r>
        </a:p>
      </dgm:t>
    </dgm:pt>
    <dgm:pt modelId="{28C28F27-37F3-4ADE-ADFF-F2C665238131}" type="parTrans" cxnId="{A5B308B8-D2BE-4155-9192-54E110D120C5}">
      <dgm:prSet/>
      <dgm:spPr/>
      <dgm:t>
        <a:bodyPr/>
        <a:lstStyle/>
        <a:p>
          <a:endParaRPr lang="en-US"/>
        </a:p>
      </dgm:t>
    </dgm:pt>
    <dgm:pt modelId="{F46810E7-38F0-4646-8387-1442E90EFCE0}" type="sibTrans" cxnId="{A5B308B8-D2BE-4155-9192-54E110D120C5}">
      <dgm:prSet/>
      <dgm:spPr/>
      <dgm:t>
        <a:bodyPr/>
        <a:lstStyle/>
        <a:p>
          <a:endParaRPr lang="en-US"/>
        </a:p>
      </dgm:t>
    </dgm:pt>
    <dgm:pt modelId="{7DE77C9B-DB09-433E-B8F4-FAB919901D6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• Dashboard with pet listings and request buttons</a:t>
          </a:r>
        </a:p>
      </dgm:t>
    </dgm:pt>
    <dgm:pt modelId="{F1AC4824-B08E-4B82-A865-5BBC6885B456}" type="parTrans" cxnId="{B254A127-EDD6-4790-90C8-A9200D542F18}">
      <dgm:prSet/>
      <dgm:spPr/>
      <dgm:t>
        <a:bodyPr/>
        <a:lstStyle/>
        <a:p>
          <a:endParaRPr lang="en-US"/>
        </a:p>
      </dgm:t>
    </dgm:pt>
    <dgm:pt modelId="{BC9D2D76-EA7C-430D-A1D3-C4A20B71A3DF}" type="sibTrans" cxnId="{B254A127-EDD6-4790-90C8-A9200D542F18}">
      <dgm:prSet/>
      <dgm:spPr/>
      <dgm:t>
        <a:bodyPr/>
        <a:lstStyle/>
        <a:p>
          <a:endParaRPr lang="en-US"/>
        </a:p>
      </dgm:t>
    </dgm:pt>
    <dgm:pt modelId="{0148A99E-3075-43E9-8484-AB190A15E5A9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• Admin views and approves/rejects requests</a:t>
          </a:r>
        </a:p>
      </dgm:t>
    </dgm:pt>
    <dgm:pt modelId="{F96869DC-8BC6-4B30-9927-07A6C3AC19A3}" type="parTrans" cxnId="{9907A250-A7A3-4D0A-BBFD-7EE11E2CCECB}">
      <dgm:prSet/>
      <dgm:spPr/>
      <dgm:t>
        <a:bodyPr/>
        <a:lstStyle/>
        <a:p>
          <a:endParaRPr lang="en-US"/>
        </a:p>
      </dgm:t>
    </dgm:pt>
    <dgm:pt modelId="{8CF84586-E7A8-4470-9452-F68134E353F5}" type="sibTrans" cxnId="{9907A250-A7A3-4D0A-BBFD-7EE11E2CCECB}">
      <dgm:prSet/>
      <dgm:spPr/>
      <dgm:t>
        <a:bodyPr/>
        <a:lstStyle/>
        <a:p>
          <a:endParaRPr lang="en-US"/>
        </a:p>
      </dgm:t>
    </dgm:pt>
    <dgm:pt modelId="{02C6BD81-51D4-4EBF-A198-3F92646FD05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• Requests and logs viewable via MongoDB/CSV</a:t>
          </a:r>
        </a:p>
      </dgm:t>
    </dgm:pt>
    <dgm:pt modelId="{525C2911-CFAD-4460-AEFA-FB78DE8BEB75}" type="parTrans" cxnId="{B00EE360-0382-4FD2-85A1-202CB707766C}">
      <dgm:prSet/>
      <dgm:spPr/>
      <dgm:t>
        <a:bodyPr/>
        <a:lstStyle/>
        <a:p>
          <a:endParaRPr lang="en-US"/>
        </a:p>
      </dgm:t>
    </dgm:pt>
    <dgm:pt modelId="{D4C241B5-2C74-4DE7-8C65-A52971327501}" type="sibTrans" cxnId="{B00EE360-0382-4FD2-85A1-202CB707766C}">
      <dgm:prSet/>
      <dgm:spPr/>
      <dgm:t>
        <a:bodyPr/>
        <a:lstStyle/>
        <a:p>
          <a:endParaRPr lang="en-US"/>
        </a:p>
      </dgm:t>
    </dgm:pt>
    <dgm:pt modelId="{7F4E964B-9356-4AF6-BF8C-A347CFD36111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• URL: GitHub link and running demo (if applicable)</a:t>
          </a:r>
        </a:p>
      </dgm:t>
    </dgm:pt>
    <dgm:pt modelId="{BF5567C5-279E-427D-AE2B-DC7F5A68BA1F}" type="parTrans" cxnId="{DD8D93EF-18AA-43AE-AF66-8F817C121F08}">
      <dgm:prSet/>
      <dgm:spPr/>
      <dgm:t>
        <a:bodyPr/>
        <a:lstStyle/>
        <a:p>
          <a:endParaRPr lang="en-US"/>
        </a:p>
      </dgm:t>
    </dgm:pt>
    <dgm:pt modelId="{CA91E39F-9D32-46D0-8392-1F078091D402}" type="sibTrans" cxnId="{DD8D93EF-18AA-43AE-AF66-8F817C121F08}">
      <dgm:prSet/>
      <dgm:spPr/>
      <dgm:t>
        <a:bodyPr/>
        <a:lstStyle/>
        <a:p>
          <a:endParaRPr lang="en-US"/>
        </a:p>
      </dgm:t>
    </dgm:pt>
    <dgm:pt modelId="{D864F121-247D-4BEE-A499-B9C59719BA50}" type="pres">
      <dgm:prSet presAssocID="{2BA895C9-5D61-442D-949B-9FDE6EBA2707}" presName="root" presStyleCnt="0">
        <dgm:presLayoutVars>
          <dgm:dir/>
          <dgm:resizeHandles val="exact"/>
        </dgm:presLayoutVars>
      </dgm:prSet>
      <dgm:spPr/>
    </dgm:pt>
    <dgm:pt modelId="{5402EC99-1C9B-4982-A18D-3943FA4D21EA}" type="pres">
      <dgm:prSet presAssocID="{B218F8DD-950E-425E-A61B-3899E12A79BC}" presName="compNode" presStyleCnt="0"/>
      <dgm:spPr/>
    </dgm:pt>
    <dgm:pt modelId="{4A6B7BCF-764F-4A99-BDEB-BF931F7B0F88}" type="pres">
      <dgm:prSet presAssocID="{B218F8DD-950E-425E-A61B-3899E12A79BC}" presName="iconBgRect" presStyleLbl="bgShp" presStyleIdx="0" presStyleCnt="5"/>
      <dgm:spPr/>
    </dgm:pt>
    <dgm:pt modelId="{F972AB2B-54DF-4351-8C05-65183AA9B02E}" type="pres">
      <dgm:prSet presAssocID="{B218F8DD-950E-425E-A61B-3899E12A79BC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D051F697-2F39-4452-AE8C-5A739C093322}" type="pres">
      <dgm:prSet presAssocID="{B218F8DD-950E-425E-A61B-3899E12A79BC}" presName="spaceRect" presStyleCnt="0"/>
      <dgm:spPr/>
    </dgm:pt>
    <dgm:pt modelId="{ED3DDAC0-1FE0-4896-A818-33D30D15EB5F}" type="pres">
      <dgm:prSet presAssocID="{B218F8DD-950E-425E-A61B-3899E12A79BC}" presName="textRect" presStyleLbl="revTx" presStyleIdx="0" presStyleCnt="5">
        <dgm:presLayoutVars>
          <dgm:chMax val="1"/>
          <dgm:chPref val="1"/>
        </dgm:presLayoutVars>
      </dgm:prSet>
      <dgm:spPr/>
    </dgm:pt>
    <dgm:pt modelId="{E3B2E359-8BF1-485B-A90D-AFFD60F272A2}" type="pres">
      <dgm:prSet presAssocID="{F46810E7-38F0-4646-8387-1442E90EFCE0}" presName="sibTrans" presStyleCnt="0"/>
      <dgm:spPr/>
    </dgm:pt>
    <dgm:pt modelId="{5EA9730C-C8F6-4BAA-9A01-2D861F4E1409}" type="pres">
      <dgm:prSet presAssocID="{7DE77C9B-DB09-433E-B8F4-FAB919901D6A}" presName="compNode" presStyleCnt="0"/>
      <dgm:spPr/>
    </dgm:pt>
    <dgm:pt modelId="{9CF34D4E-CF17-43C3-825B-AC2FFC973CEF}" type="pres">
      <dgm:prSet presAssocID="{7DE77C9B-DB09-433E-B8F4-FAB919901D6A}" presName="iconBgRect" presStyleLbl="bgShp" presStyleIdx="1" presStyleCnt="5"/>
      <dgm:spPr/>
    </dgm:pt>
    <dgm:pt modelId="{2CD76915-3C53-462E-9E29-7DB44E02FF11}" type="pres">
      <dgm:prSet presAssocID="{7DE77C9B-DB09-433E-B8F4-FAB919901D6A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t"/>
        </a:ext>
      </dgm:extLst>
    </dgm:pt>
    <dgm:pt modelId="{79749581-B603-4032-AC78-356938896D60}" type="pres">
      <dgm:prSet presAssocID="{7DE77C9B-DB09-433E-B8F4-FAB919901D6A}" presName="spaceRect" presStyleCnt="0"/>
      <dgm:spPr/>
    </dgm:pt>
    <dgm:pt modelId="{2C7B9D72-2C7B-447D-A19B-C53936D28A71}" type="pres">
      <dgm:prSet presAssocID="{7DE77C9B-DB09-433E-B8F4-FAB919901D6A}" presName="textRect" presStyleLbl="revTx" presStyleIdx="1" presStyleCnt="5">
        <dgm:presLayoutVars>
          <dgm:chMax val="1"/>
          <dgm:chPref val="1"/>
        </dgm:presLayoutVars>
      </dgm:prSet>
      <dgm:spPr/>
    </dgm:pt>
    <dgm:pt modelId="{6B9BEAC4-004F-45EC-95F6-B26F640108BC}" type="pres">
      <dgm:prSet presAssocID="{BC9D2D76-EA7C-430D-A1D3-C4A20B71A3DF}" presName="sibTrans" presStyleCnt="0"/>
      <dgm:spPr/>
    </dgm:pt>
    <dgm:pt modelId="{80152C47-C5EA-40D6-8452-D10DD13F59D0}" type="pres">
      <dgm:prSet presAssocID="{0148A99E-3075-43E9-8484-AB190A15E5A9}" presName="compNode" presStyleCnt="0"/>
      <dgm:spPr/>
    </dgm:pt>
    <dgm:pt modelId="{97D33FCB-7885-4BFA-97CC-4FFABF993FBE}" type="pres">
      <dgm:prSet presAssocID="{0148A99E-3075-43E9-8484-AB190A15E5A9}" presName="iconBgRect" presStyleLbl="bgShp" presStyleIdx="2" presStyleCnt="5"/>
      <dgm:spPr/>
    </dgm:pt>
    <dgm:pt modelId="{C9119F19-1BDF-4843-BDA1-82DF87F9F7E2}" type="pres">
      <dgm:prSet presAssocID="{0148A99E-3075-43E9-8484-AB190A15E5A9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AF246F83-6A40-4CF7-9D8B-955660E4A78A}" type="pres">
      <dgm:prSet presAssocID="{0148A99E-3075-43E9-8484-AB190A15E5A9}" presName="spaceRect" presStyleCnt="0"/>
      <dgm:spPr/>
    </dgm:pt>
    <dgm:pt modelId="{CA7857D3-D201-4E13-8295-8C9C0F99917C}" type="pres">
      <dgm:prSet presAssocID="{0148A99E-3075-43E9-8484-AB190A15E5A9}" presName="textRect" presStyleLbl="revTx" presStyleIdx="2" presStyleCnt="5">
        <dgm:presLayoutVars>
          <dgm:chMax val="1"/>
          <dgm:chPref val="1"/>
        </dgm:presLayoutVars>
      </dgm:prSet>
      <dgm:spPr/>
    </dgm:pt>
    <dgm:pt modelId="{58DA1B9C-D5B1-42FF-A4FF-9F19FE9EFC48}" type="pres">
      <dgm:prSet presAssocID="{8CF84586-E7A8-4470-9452-F68134E353F5}" presName="sibTrans" presStyleCnt="0"/>
      <dgm:spPr/>
    </dgm:pt>
    <dgm:pt modelId="{7F7D75C0-A8F5-45D5-92A4-DA04D341702C}" type="pres">
      <dgm:prSet presAssocID="{02C6BD81-51D4-4EBF-A198-3F92646FD054}" presName="compNode" presStyleCnt="0"/>
      <dgm:spPr/>
    </dgm:pt>
    <dgm:pt modelId="{E89276D1-236A-4A89-A018-8F2B8F9E2EFB}" type="pres">
      <dgm:prSet presAssocID="{02C6BD81-51D4-4EBF-A198-3F92646FD054}" presName="iconBgRect" presStyleLbl="bgShp" presStyleIdx="3" presStyleCnt="5"/>
      <dgm:spPr/>
    </dgm:pt>
    <dgm:pt modelId="{0B88AF65-17FD-4D6E-BC74-D857900E3EFF}" type="pres">
      <dgm:prSet presAssocID="{02C6BD81-51D4-4EBF-A198-3F92646FD054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23DC243F-1699-4805-BFDC-8CAE205ED5BD}" type="pres">
      <dgm:prSet presAssocID="{02C6BD81-51D4-4EBF-A198-3F92646FD054}" presName="spaceRect" presStyleCnt="0"/>
      <dgm:spPr/>
    </dgm:pt>
    <dgm:pt modelId="{7DBEF115-F4EF-41D8-B605-EEF234A519A1}" type="pres">
      <dgm:prSet presAssocID="{02C6BD81-51D4-4EBF-A198-3F92646FD054}" presName="textRect" presStyleLbl="revTx" presStyleIdx="3" presStyleCnt="5">
        <dgm:presLayoutVars>
          <dgm:chMax val="1"/>
          <dgm:chPref val="1"/>
        </dgm:presLayoutVars>
      </dgm:prSet>
      <dgm:spPr/>
    </dgm:pt>
    <dgm:pt modelId="{55B4B27B-C954-47B7-BC63-70A8F4462BD8}" type="pres">
      <dgm:prSet presAssocID="{D4C241B5-2C74-4DE7-8C65-A52971327501}" presName="sibTrans" presStyleCnt="0"/>
      <dgm:spPr/>
    </dgm:pt>
    <dgm:pt modelId="{A2B54646-D99D-427A-BB22-CA5C02ACEAC2}" type="pres">
      <dgm:prSet presAssocID="{7F4E964B-9356-4AF6-BF8C-A347CFD36111}" presName="compNode" presStyleCnt="0"/>
      <dgm:spPr/>
    </dgm:pt>
    <dgm:pt modelId="{018A4892-A194-46EA-8563-956FE5059F6C}" type="pres">
      <dgm:prSet presAssocID="{7F4E964B-9356-4AF6-BF8C-A347CFD36111}" presName="iconBgRect" presStyleLbl="bgShp" presStyleIdx="4" presStyleCnt="5"/>
      <dgm:spPr/>
    </dgm:pt>
    <dgm:pt modelId="{9AB225FC-D143-4110-940B-95E7A5B20C4E}" type="pres">
      <dgm:prSet presAssocID="{7F4E964B-9356-4AF6-BF8C-A347CFD36111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37DA13E0-8A49-4C6C-BF7C-563FFC7C4D49}" type="pres">
      <dgm:prSet presAssocID="{7F4E964B-9356-4AF6-BF8C-A347CFD36111}" presName="spaceRect" presStyleCnt="0"/>
      <dgm:spPr/>
    </dgm:pt>
    <dgm:pt modelId="{6070815B-B36C-4CDF-8400-089410A7ED66}" type="pres">
      <dgm:prSet presAssocID="{7F4E964B-9356-4AF6-BF8C-A347CFD36111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B254A127-EDD6-4790-90C8-A9200D542F18}" srcId="{2BA895C9-5D61-442D-949B-9FDE6EBA2707}" destId="{7DE77C9B-DB09-433E-B8F4-FAB919901D6A}" srcOrd="1" destOrd="0" parTransId="{F1AC4824-B08E-4B82-A865-5BBC6885B456}" sibTransId="{BC9D2D76-EA7C-430D-A1D3-C4A20B71A3DF}"/>
    <dgm:cxn modelId="{2BE0043E-3070-4A20-AC52-6CA79FAF04AE}" type="presOf" srcId="{7DE77C9B-DB09-433E-B8F4-FAB919901D6A}" destId="{2C7B9D72-2C7B-447D-A19B-C53936D28A71}" srcOrd="0" destOrd="0" presId="urn:microsoft.com/office/officeart/2018/5/layout/IconCircleLabelList"/>
    <dgm:cxn modelId="{B00EE360-0382-4FD2-85A1-202CB707766C}" srcId="{2BA895C9-5D61-442D-949B-9FDE6EBA2707}" destId="{02C6BD81-51D4-4EBF-A198-3F92646FD054}" srcOrd="3" destOrd="0" parTransId="{525C2911-CFAD-4460-AEFA-FB78DE8BEB75}" sibTransId="{D4C241B5-2C74-4DE7-8C65-A52971327501}"/>
    <dgm:cxn modelId="{9907A250-A7A3-4D0A-BBFD-7EE11E2CCECB}" srcId="{2BA895C9-5D61-442D-949B-9FDE6EBA2707}" destId="{0148A99E-3075-43E9-8484-AB190A15E5A9}" srcOrd="2" destOrd="0" parTransId="{F96869DC-8BC6-4B30-9927-07A6C3AC19A3}" sibTransId="{8CF84586-E7A8-4470-9452-F68134E353F5}"/>
    <dgm:cxn modelId="{7E345151-2515-4FED-B389-B61094633FA4}" type="presOf" srcId="{02C6BD81-51D4-4EBF-A198-3F92646FD054}" destId="{7DBEF115-F4EF-41D8-B605-EEF234A519A1}" srcOrd="0" destOrd="0" presId="urn:microsoft.com/office/officeart/2018/5/layout/IconCircleLabelList"/>
    <dgm:cxn modelId="{2C92F572-0AD0-40C8-9184-9F14485504CD}" type="presOf" srcId="{2BA895C9-5D61-442D-949B-9FDE6EBA2707}" destId="{D864F121-247D-4BEE-A499-B9C59719BA50}" srcOrd="0" destOrd="0" presId="urn:microsoft.com/office/officeart/2018/5/layout/IconCircleLabelList"/>
    <dgm:cxn modelId="{A5B308B8-D2BE-4155-9192-54E110D120C5}" srcId="{2BA895C9-5D61-442D-949B-9FDE6EBA2707}" destId="{B218F8DD-950E-425E-A61B-3899E12A79BC}" srcOrd="0" destOrd="0" parTransId="{28C28F27-37F3-4ADE-ADFF-F2C665238131}" sibTransId="{F46810E7-38F0-4646-8387-1442E90EFCE0}"/>
    <dgm:cxn modelId="{6C1C65BB-7986-4C29-8E02-984877AA7073}" type="presOf" srcId="{7F4E964B-9356-4AF6-BF8C-A347CFD36111}" destId="{6070815B-B36C-4CDF-8400-089410A7ED66}" srcOrd="0" destOrd="0" presId="urn:microsoft.com/office/officeart/2018/5/layout/IconCircleLabelList"/>
    <dgm:cxn modelId="{34C3CBC0-FE32-4B60-82DB-B510AE4EB3E6}" type="presOf" srcId="{0148A99E-3075-43E9-8484-AB190A15E5A9}" destId="{CA7857D3-D201-4E13-8295-8C9C0F99917C}" srcOrd="0" destOrd="0" presId="urn:microsoft.com/office/officeart/2018/5/layout/IconCircleLabelList"/>
    <dgm:cxn modelId="{DD8D93EF-18AA-43AE-AF66-8F817C121F08}" srcId="{2BA895C9-5D61-442D-949B-9FDE6EBA2707}" destId="{7F4E964B-9356-4AF6-BF8C-A347CFD36111}" srcOrd="4" destOrd="0" parTransId="{BF5567C5-279E-427D-AE2B-DC7F5A68BA1F}" sibTransId="{CA91E39F-9D32-46D0-8392-1F078091D402}"/>
    <dgm:cxn modelId="{614F09F1-F0BF-4817-A93A-6F4F55711422}" type="presOf" srcId="{B218F8DD-950E-425E-A61B-3899E12A79BC}" destId="{ED3DDAC0-1FE0-4896-A818-33D30D15EB5F}" srcOrd="0" destOrd="0" presId="urn:microsoft.com/office/officeart/2018/5/layout/IconCircleLabelList"/>
    <dgm:cxn modelId="{44B8C306-7243-4636-9FF6-5383BEECFC61}" type="presParOf" srcId="{D864F121-247D-4BEE-A499-B9C59719BA50}" destId="{5402EC99-1C9B-4982-A18D-3943FA4D21EA}" srcOrd="0" destOrd="0" presId="urn:microsoft.com/office/officeart/2018/5/layout/IconCircleLabelList"/>
    <dgm:cxn modelId="{554FF634-1805-4F67-A60A-D1715819D8CB}" type="presParOf" srcId="{5402EC99-1C9B-4982-A18D-3943FA4D21EA}" destId="{4A6B7BCF-764F-4A99-BDEB-BF931F7B0F88}" srcOrd="0" destOrd="0" presId="urn:microsoft.com/office/officeart/2018/5/layout/IconCircleLabelList"/>
    <dgm:cxn modelId="{416EFBFC-A05B-4944-B4FE-94FB002D565B}" type="presParOf" srcId="{5402EC99-1C9B-4982-A18D-3943FA4D21EA}" destId="{F972AB2B-54DF-4351-8C05-65183AA9B02E}" srcOrd="1" destOrd="0" presId="urn:microsoft.com/office/officeart/2018/5/layout/IconCircleLabelList"/>
    <dgm:cxn modelId="{9BC99693-EB6A-40E6-81B8-66849AE98247}" type="presParOf" srcId="{5402EC99-1C9B-4982-A18D-3943FA4D21EA}" destId="{D051F697-2F39-4452-AE8C-5A739C093322}" srcOrd="2" destOrd="0" presId="urn:microsoft.com/office/officeart/2018/5/layout/IconCircleLabelList"/>
    <dgm:cxn modelId="{54008904-6611-4210-81E3-5AB3FDD3FEB6}" type="presParOf" srcId="{5402EC99-1C9B-4982-A18D-3943FA4D21EA}" destId="{ED3DDAC0-1FE0-4896-A818-33D30D15EB5F}" srcOrd="3" destOrd="0" presId="urn:microsoft.com/office/officeart/2018/5/layout/IconCircleLabelList"/>
    <dgm:cxn modelId="{AB59883F-7FCA-4CD2-991E-CD1BF040A3CD}" type="presParOf" srcId="{D864F121-247D-4BEE-A499-B9C59719BA50}" destId="{E3B2E359-8BF1-485B-A90D-AFFD60F272A2}" srcOrd="1" destOrd="0" presId="urn:microsoft.com/office/officeart/2018/5/layout/IconCircleLabelList"/>
    <dgm:cxn modelId="{0C61C06B-F30F-426A-82E4-0E82AE1531DA}" type="presParOf" srcId="{D864F121-247D-4BEE-A499-B9C59719BA50}" destId="{5EA9730C-C8F6-4BAA-9A01-2D861F4E1409}" srcOrd="2" destOrd="0" presId="urn:microsoft.com/office/officeart/2018/5/layout/IconCircleLabelList"/>
    <dgm:cxn modelId="{F215197E-5ACB-4513-AA0C-7B1872E8347F}" type="presParOf" srcId="{5EA9730C-C8F6-4BAA-9A01-2D861F4E1409}" destId="{9CF34D4E-CF17-43C3-825B-AC2FFC973CEF}" srcOrd="0" destOrd="0" presId="urn:microsoft.com/office/officeart/2018/5/layout/IconCircleLabelList"/>
    <dgm:cxn modelId="{B8C03FD1-3EA7-415E-B8F1-83D8BA75FB6E}" type="presParOf" srcId="{5EA9730C-C8F6-4BAA-9A01-2D861F4E1409}" destId="{2CD76915-3C53-462E-9E29-7DB44E02FF11}" srcOrd="1" destOrd="0" presId="urn:microsoft.com/office/officeart/2018/5/layout/IconCircleLabelList"/>
    <dgm:cxn modelId="{0B47CCDF-9830-4D5F-91C7-143ECCD2E38A}" type="presParOf" srcId="{5EA9730C-C8F6-4BAA-9A01-2D861F4E1409}" destId="{79749581-B603-4032-AC78-356938896D60}" srcOrd="2" destOrd="0" presId="urn:microsoft.com/office/officeart/2018/5/layout/IconCircleLabelList"/>
    <dgm:cxn modelId="{83B385FA-65CD-4D8A-ABD9-D54835C1CB23}" type="presParOf" srcId="{5EA9730C-C8F6-4BAA-9A01-2D861F4E1409}" destId="{2C7B9D72-2C7B-447D-A19B-C53936D28A71}" srcOrd="3" destOrd="0" presId="urn:microsoft.com/office/officeart/2018/5/layout/IconCircleLabelList"/>
    <dgm:cxn modelId="{75FAEA59-3BEA-4C74-9AB0-634927B9B8AC}" type="presParOf" srcId="{D864F121-247D-4BEE-A499-B9C59719BA50}" destId="{6B9BEAC4-004F-45EC-95F6-B26F640108BC}" srcOrd="3" destOrd="0" presId="urn:microsoft.com/office/officeart/2018/5/layout/IconCircleLabelList"/>
    <dgm:cxn modelId="{FF6225DF-2F70-4E9D-9FAD-E4AA9DADB3DE}" type="presParOf" srcId="{D864F121-247D-4BEE-A499-B9C59719BA50}" destId="{80152C47-C5EA-40D6-8452-D10DD13F59D0}" srcOrd="4" destOrd="0" presId="urn:microsoft.com/office/officeart/2018/5/layout/IconCircleLabelList"/>
    <dgm:cxn modelId="{D01F04D5-1B96-4812-8CE4-F00839FB5217}" type="presParOf" srcId="{80152C47-C5EA-40D6-8452-D10DD13F59D0}" destId="{97D33FCB-7885-4BFA-97CC-4FFABF993FBE}" srcOrd="0" destOrd="0" presId="urn:microsoft.com/office/officeart/2018/5/layout/IconCircleLabelList"/>
    <dgm:cxn modelId="{AD1B6F7B-8E36-4851-A0AA-E8E2CC7F5EF5}" type="presParOf" srcId="{80152C47-C5EA-40D6-8452-D10DD13F59D0}" destId="{C9119F19-1BDF-4843-BDA1-82DF87F9F7E2}" srcOrd="1" destOrd="0" presId="urn:microsoft.com/office/officeart/2018/5/layout/IconCircleLabelList"/>
    <dgm:cxn modelId="{12C51030-EBCA-4219-96C2-2A5FD6DB715C}" type="presParOf" srcId="{80152C47-C5EA-40D6-8452-D10DD13F59D0}" destId="{AF246F83-6A40-4CF7-9D8B-955660E4A78A}" srcOrd="2" destOrd="0" presId="urn:microsoft.com/office/officeart/2018/5/layout/IconCircleLabelList"/>
    <dgm:cxn modelId="{59B5281F-DBF1-4377-AD85-732B39C26D81}" type="presParOf" srcId="{80152C47-C5EA-40D6-8452-D10DD13F59D0}" destId="{CA7857D3-D201-4E13-8295-8C9C0F99917C}" srcOrd="3" destOrd="0" presId="urn:microsoft.com/office/officeart/2018/5/layout/IconCircleLabelList"/>
    <dgm:cxn modelId="{D2EC5351-87DE-492C-8799-3FEF50B68267}" type="presParOf" srcId="{D864F121-247D-4BEE-A499-B9C59719BA50}" destId="{58DA1B9C-D5B1-42FF-A4FF-9F19FE9EFC48}" srcOrd="5" destOrd="0" presId="urn:microsoft.com/office/officeart/2018/5/layout/IconCircleLabelList"/>
    <dgm:cxn modelId="{506013B1-8DCD-4766-BD3B-9FE34903BAB5}" type="presParOf" srcId="{D864F121-247D-4BEE-A499-B9C59719BA50}" destId="{7F7D75C0-A8F5-45D5-92A4-DA04D341702C}" srcOrd="6" destOrd="0" presId="urn:microsoft.com/office/officeart/2018/5/layout/IconCircleLabelList"/>
    <dgm:cxn modelId="{49234FDF-75BB-44FC-9F17-C2DD5041ED48}" type="presParOf" srcId="{7F7D75C0-A8F5-45D5-92A4-DA04D341702C}" destId="{E89276D1-236A-4A89-A018-8F2B8F9E2EFB}" srcOrd="0" destOrd="0" presId="urn:microsoft.com/office/officeart/2018/5/layout/IconCircleLabelList"/>
    <dgm:cxn modelId="{B0C3EA37-6259-4D36-9946-5221B6626213}" type="presParOf" srcId="{7F7D75C0-A8F5-45D5-92A4-DA04D341702C}" destId="{0B88AF65-17FD-4D6E-BC74-D857900E3EFF}" srcOrd="1" destOrd="0" presId="urn:microsoft.com/office/officeart/2018/5/layout/IconCircleLabelList"/>
    <dgm:cxn modelId="{CD361608-F484-4538-89D7-FAFA04E187E5}" type="presParOf" srcId="{7F7D75C0-A8F5-45D5-92A4-DA04D341702C}" destId="{23DC243F-1699-4805-BFDC-8CAE205ED5BD}" srcOrd="2" destOrd="0" presId="urn:microsoft.com/office/officeart/2018/5/layout/IconCircleLabelList"/>
    <dgm:cxn modelId="{4E891290-04CA-429D-A31C-D8299D4294AD}" type="presParOf" srcId="{7F7D75C0-A8F5-45D5-92A4-DA04D341702C}" destId="{7DBEF115-F4EF-41D8-B605-EEF234A519A1}" srcOrd="3" destOrd="0" presId="urn:microsoft.com/office/officeart/2018/5/layout/IconCircleLabelList"/>
    <dgm:cxn modelId="{58D98D9F-8569-4A9B-8099-58734893AD0C}" type="presParOf" srcId="{D864F121-247D-4BEE-A499-B9C59719BA50}" destId="{55B4B27B-C954-47B7-BC63-70A8F4462BD8}" srcOrd="7" destOrd="0" presId="urn:microsoft.com/office/officeart/2018/5/layout/IconCircleLabelList"/>
    <dgm:cxn modelId="{5F962EC4-E4C5-4D1C-8319-F18AA52E7B2C}" type="presParOf" srcId="{D864F121-247D-4BEE-A499-B9C59719BA50}" destId="{A2B54646-D99D-427A-BB22-CA5C02ACEAC2}" srcOrd="8" destOrd="0" presId="urn:microsoft.com/office/officeart/2018/5/layout/IconCircleLabelList"/>
    <dgm:cxn modelId="{94B2F0E9-1B94-4CD3-86F2-BB17007B7502}" type="presParOf" srcId="{A2B54646-D99D-427A-BB22-CA5C02ACEAC2}" destId="{018A4892-A194-46EA-8563-956FE5059F6C}" srcOrd="0" destOrd="0" presId="urn:microsoft.com/office/officeart/2018/5/layout/IconCircleLabelList"/>
    <dgm:cxn modelId="{FB629C2E-1C6D-4C66-9A06-C079272FCBF9}" type="presParOf" srcId="{A2B54646-D99D-427A-BB22-CA5C02ACEAC2}" destId="{9AB225FC-D143-4110-940B-95E7A5B20C4E}" srcOrd="1" destOrd="0" presId="urn:microsoft.com/office/officeart/2018/5/layout/IconCircleLabelList"/>
    <dgm:cxn modelId="{263F83D9-1245-4A47-B342-684B422F78BC}" type="presParOf" srcId="{A2B54646-D99D-427A-BB22-CA5C02ACEAC2}" destId="{37DA13E0-8A49-4C6C-BF7C-563FFC7C4D49}" srcOrd="2" destOrd="0" presId="urn:microsoft.com/office/officeart/2018/5/layout/IconCircleLabelList"/>
    <dgm:cxn modelId="{49D691E8-E2C8-4815-B40A-E1092B929B81}" type="presParOf" srcId="{A2B54646-D99D-427A-BB22-CA5C02ACEAC2}" destId="{6070815B-B36C-4CDF-8400-089410A7ED66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30EE9C-F483-40D4-84E9-0DE2C1466AE2}">
      <dsp:nvSpPr>
        <dsp:cNvPr id="0" name=""/>
        <dsp:cNvSpPr/>
      </dsp:nvSpPr>
      <dsp:spPr>
        <a:xfrm>
          <a:off x="0" y="1407"/>
          <a:ext cx="7886700" cy="59996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C3467E-541B-41A8-BBE6-94308DF3F427}">
      <dsp:nvSpPr>
        <dsp:cNvPr id="0" name=""/>
        <dsp:cNvSpPr/>
      </dsp:nvSpPr>
      <dsp:spPr>
        <a:xfrm>
          <a:off x="181488" y="136399"/>
          <a:ext cx="329979" cy="32997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A40F8B-BACC-4FA1-87E7-EEF5CB6F3CAA}">
      <dsp:nvSpPr>
        <dsp:cNvPr id="0" name=""/>
        <dsp:cNvSpPr/>
      </dsp:nvSpPr>
      <dsp:spPr>
        <a:xfrm>
          <a:off x="692956" y="1407"/>
          <a:ext cx="7193743" cy="5999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496" tIns="63496" rIns="63496" bIns="6349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Backend: Java with Spring Boot</a:t>
          </a:r>
        </a:p>
      </dsp:txBody>
      <dsp:txXfrm>
        <a:off x="692956" y="1407"/>
        <a:ext cx="7193743" cy="599962"/>
      </dsp:txXfrm>
    </dsp:sp>
    <dsp:sp modelId="{94A1FFED-D3FA-4E69-8C36-1F8053AE2224}">
      <dsp:nvSpPr>
        <dsp:cNvPr id="0" name=""/>
        <dsp:cNvSpPr/>
      </dsp:nvSpPr>
      <dsp:spPr>
        <a:xfrm>
          <a:off x="0" y="751361"/>
          <a:ext cx="7886700" cy="59996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FB235F-1A1C-44AB-8497-847D55534594}">
      <dsp:nvSpPr>
        <dsp:cNvPr id="0" name=""/>
        <dsp:cNvSpPr/>
      </dsp:nvSpPr>
      <dsp:spPr>
        <a:xfrm>
          <a:off x="181488" y="886352"/>
          <a:ext cx="329979" cy="32997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220EA3-9314-4F96-AB61-0EBB686BDD9F}">
      <dsp:nvSpPr>
        <dsp:cNvPr id="0" name=""/>
        <dsp:cNvSpPr/>
      </dsp:nvSpPr>
      <dsp:spPr>
        <a:xfrm>
          <a:off x="692956" y="751361"/>
          <a:ext cx="7193743" cy="5999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496" tIns="63496" rIns="63496" bIns="6349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Frontend: React.js, HTML, CSS</a:t>
          </a:r>
        </a:p>
      </dsp:txBody>
      <dsp:txXfrm>
        <a:off x="692956" y="751361"/>
        <a:ext cx="7193743" cy="599962"/>
      </dsp:txXfrm>
    </dsp:sp>
    <dsp:sp modelId="{AC3CA2D1-8E34-4D33-A1C0-8D82DD43256E}">
      <dsp:nvSpPr>
        <dsp:cNvPr id="0" name=""/>
        <dsp:cNvSpPr/>
      </dsp:nvSpPr>
      <dsp:spPr>
        <a:xfrm>
          <a:off x="0" y="1501314"/>
          <a:ext cx="7886700" cy="59996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90D7FB-05D8-45AB-9031-6FB5310826D1}">
      <dsp:nvSpPr>
        <dsp:cNvPr id="0" name=""/>
        <dsp:cNvSpPr/>
      </dsp:nvSpPr>
      <dsp:spPr>
        <a:xfrm>
          <a:off x="181488" y="1636305"/>
          <a:ext cx="329979" cy="32997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925A01-53C6-489A-9C34-4674101C1191}">
      <dsp:nvSpPr>
        <dsp:cNvPr id="0" name=""/>
        <dsp:cNvSpPr/>
      </dsp:nvSpPr>
      <dsp:spPr>
        <a:xfrm>
          <a:off x="692956" y="1501314"/>
          <a:ext cx="7193743" cy="5999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496" tIns="63496" rIns="63496" bIns="6349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Database: MongoDB</a:t>
          </a:r>
        </a:p>
      </dsp:txBody>
      <dsp:txXfrm>
        <a:off x="692956" y="1501314"/>
        <a:ext cx="7193743" cy="599962"/>
      </dsp:txXfrm>
    </dsp:sp>
    <dsp:sp modelId="{C47DE4C1-BD50-491C-9C89-B9899C1329E2}">
      <dsp:nvSpPr>
        <dsp:cNvPr id="0" name=""/>
        <dsp:cNvSpPr/>
      </dsp:nvSpPr>
      <dsp:spPr>
        <a:xfrm>
          <a:off x="0" y="2251267"/>
          <a:ext cx="7886700" cy="599962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2AD557-43BB-4EBE-82E9-63853391B43D}">
      <dsp:nvSpPr>
        <dsp:cNvPr id="0" name=""/>
        <dsp:cNvSpPr/>
      </dsp:nvSpPr>
      <dsp:spPr>
        <a:xfrm>
          <a:off x="181488" y="2386258"/>
          <a:ext cx="329979" cy="32997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A9CF9C-D893-4508-8C73-3F35D61943B6}">
      <dsp:nvSpPr>
        <dsp:cNvPr id="0" name=""/>
        <dsp:cNvSpPr/>
      </dsp:nvSpPr>
      <dsp:spPr>
        <a:xfrm>
          <a:off x="692956" y="2251267"/>
          <a:ext cx="7193743" cy="5999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496" tIns="63496" rIns="63496" bIns="63496" numCol="1" spcCol="1270" anchor="ctr" anchorCtr="0">
          <a:noAutofit/>
        </a:bodyPr>
        <a:lstStyle/>
        <a:p>
          <a:pPr marL="0" lvl="0" indent="0" algn="l" defTabSz="8445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Logging: CSV files</a:t>
          </a:r>
          <a:r>
            <a:rPr lang="en-US" sz="1900" kern="1200" dirty="0">
              <a:latin typeface="Calibri"/>
            </a:rPr>
            <a:t> for listing's CRUD updates</a:t>
          </a:r>
          <a:endParaRPr lang="en-US" sz="1900" kern="1200" dirty="0"/>
        </a:p>
      </dsp:txBody>
      <dsp:txXfrm>
        <a:off x="692956" y="2251267"/>
        <a:ext cx="7193743" cy="599962"/>
      </dsp:txXfrm>
    </dsp:sp>
    <dsp:sp modelId="{89257ED8-373E-4FD4-B18F-AA92D3D7688F}">
      <dsp:nvSpPr>
        <dsp:cNvPr id="0" name=""/>
        <dsp:cNvSpPr/>
      </dsp:nvSpPr>
      <dsp:spPr>
        <a:xfrm>
          <a:off x="0" y="3001220"/>
          <a:ext cx="7886700" cy="599962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EF201C-F7CC-467A-BA35-476AD8BF9319}">
      <dsp:nvSpPr>
        <dsp:cNvPr id="0" name=""/>
        <dsp:cNvSpPr/>
      </dsp:nvSpPr>
      <dsp:spPr>
        <a:xfrm>
          <a:off x="181488" y="3136211"/>
          <a:ext cx="329979" cy="32997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2B7598-7153-4F1A-88A9-18E2A1BF5643}">
      <dsp:nvSpPr>
        <dsp:cNvPr id="0" name=""/>
        <dsp:cNvSpPr/>
      </dsp:nvSpPr>
      <dsp:spPr>
        <a:xfrm>
          <a:off x="692956" y="3001220"/>
          <a:ext cx="7193743" cy="5999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496" tIns="63496" rIns="63496" bIns="6349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IDE: Eclipse</a:t>
          </a:r>
        </a:p>
      </dsp:txBody>
      <dsp:txXfrm>
        <a:off x="692956" y="3001220"/>
        <a:ext cx="7193743" cy="599962"/>
      </dsp:txXfrm>
    </dsp:sp>
    <dsp:sp modelId="{224129F1-C31C-4F27-96FA-F68B5F760BC8}">
      <dsp:nvSpPr>
        <dsp:cNvPr id="0" name=""/>
        <dsp:cNvSpPr/>
      </dsp:nvSpPr>
      <dsp:spPr>
        <a:xfrm>
          <a:off x="0" y="3751173"/>
          <a:ext cx="7886700" cy="59996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A45A4F-03CA-44C4-9765-207229AD5EB4}">
      <dsp:nvSpPr>
        <dsp:cNvPr id="0" name=""/>
        <dsp:cNvSpPr/>
      </dsp:nvSpPr>
      <dsp:spPr>
        <a:xfrm>
          <a:off x="181488" y="3886165"/>
          <a:ext cx="329979" cy="329979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C10E25-50C2-4CDF-A25F-2FEDEC098C22}">
      <dsp:nvSpPr>
        <dsp:cNvPr id="0" name=""/>
        <dsp:cNvSpPr/>
      </dsp:nvSpPr>
      <dsp:spPr>
        <a:xfrm>
          <a:off x="692956" y="3751173"/>
          <a:ext cx="7193743" cy="5999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496" tIns="63496" rIns="63496" bIns="6349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Testing: Manual via UI &amp; Console</a:t>
          </a:r>
        </a:p>
      </dsp:txBody>
      <dsp:txXfrm>
        <a:off x="692956" y="3751173"/>
        <a:ext cx="7193743" cy="59996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681550-DB28-495A-BBB4-14356AED8DAB}">
      <dsp:nvSpPr>
        <dsp:cNvPr id="0" name=""/>
        <dsp:cNvSpPr/>
      </dsp:nvSpPr>
      <dsp:spPr>
        <a:xfrm>
          <a:off x="0" y="151023"/>
          <a:ext cx="4941945" cy="4941945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6B647C-54F6-4D56-9AE2-D01024E2BA56}">
      <dsp:nvSpPr>
        <dsp:cNvPr id="0" name=""/>
        <dsp:cNvSpPr/>
      </dsp:nvSpPr>
      <dsp:spPr>
        <a:xfrm>
          <a:off x="469484" y="620508"/>
          <a:ext cx="1927358" cy="192735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Abstraction </a:t>
          </a:r>
          <a:br>
            <a:rPr lang="en-US" sz="1900" kern="1200" dirty="0">
              <a:solidFill>
                <a:srgbClr val="010000"/>
              </a:solidFill>
              <a:latin typeface="Calibri"/>
            </a:rPr>
          </a:br>
          <a:br>
            <a:rPr lang="en-US" sz="1900" kern="1200" dirty="0">
              <a:latin typeface="Calibri"/>
            </a:rPr>
          </a:br>
          <a:r>
            <a:rPr lang="en-US" sz="1900" kern="1200" dirty="0"/>
            <a:t>Model classes like User, Listing represent real-world entities</a:t>
          </a:r>
        </a:p>
      </dsp:txBody>
      <dsp:txXfrm>
        <a:off x="563570" y="714594"/>
        <a:ext cx="1739186" cy="1739186"/>
      </dsp:txXfrm>
    </dsp:sp>
    <dsp:sp modelId="{1ECCD94F-D57E-448D-95F4-AF4B907F2AE9}">
      <dsp:nvSpPr>
        <dsp:cNvPr id="0" name=""/>
        <dsp:cNvSpPr/>
      </dsp:nvSpPr>
      <dsp:spPr>
        <a:xfrm>
          <a:off x="2545101" y="620508"/>
          <a:ext cx="1927358" cy="1927358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Encapsulation </a:t>
          </a:r>
          <a:br>
            <a:rPr lang="en-US" sz="1900" kern="1200" dirty="0">
              <a:latin typeface="Calibri"/>
            </a:rPr>
          </a:br>
          <a:br>
            <a:rPr lang="en-US" sz="1900" kern="1200" dirty="0">
              <a:latin typeface="Calibri"/>
            </a:rPr>
          </a:br>
          <a:r>
            <a:rPr lang="en-US" sz="1900" kern="1200" dirty="0"/>
            <a:t>Private fields with public getters/setters in all models</a:t>
          </a:r>
        </a:p>
      </dsp:txBody>
      <dsp:txXfrm>
        <a:off x="2639187" y="714594"/>
        <a:ext cx="1739186" cy="1739186"/>
      </dsp:txXfrm>
    </dsp:sp>
    <dsp:sp modelId="{B77947C9-3906-4BB0-BAFC-6A53F3DE505C}">
      <dsp:nvSpPr>
        <dsp:cNvPr id="0" name=""/>
        <dsp:cNvSpPr/>
      </dsp:nvSpPr>
      <dsp:spPr>
        <a:xfrm>
          <a:off x="469484" y="2696125"/>
          <a:ext cx="1927358" cy="1927358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Inheritance </a:t>
          </a:r>
          <a:br>
            <a:rPr lang="en-US" sz="1900" kern="1200" dirty="0">
              <a:latin typeface="Calibri"/>
            </a:rPr>
          </a:br>
          <a:br>
            <a:rPr lang="en-US" sz="1900" kern="1200" dirty="0">
              <a:latin typeface="Calibri"/>
            </a:rPr>
          </a:br>
          <a:r>
            <a:rPr lang="en-US" sz="1900" kern="1200" dirty="0"/>
            <a:t>BaseEntity class extended by User, Listing, etc.</a:t>
          </a:r>
        </a:p>
      </dsp:txBody>
      <dsp:txXfrm>
        <a:off x="563570" y="2790211"/>
        <a:ext cx="1739186" cy="1739186"/>
      </dsp:txXfrm>
    </dsp:sp>
    <dsp:sp modelId="{1BDB8BD7-766B-4130-B984-3298C820219E}">
      <dsp:nvSpPr>
        <dsp:cNvPr id="0" name=""/>
        <dsp:cNvSpPr/>
      </dsp:nvSpPr>
      <dsp:spPr>
        <a:xfrm>
          <a:off x="2545101" y="2696125"/>
          <a:ext cx="1927358" cy="1927358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Calibri"/>
            </a:rPr>
            <a:t>Polymorphism</a:t>
          </a:r>
          <a:br>
            <a:rPr lang="en-US" sz="1900" kern="1200" dirty="0">
              <a:solidFill>
                <a:srgbClr val="010000"/>
              </a:solidFill>
              <a:latin typeface="Calibri"/>
            </a:rPr>
          </a:br>
          <a:br>
            <a:rPr lang="en-US" sz="1900" kern="1200" dirty="0">
              <a:solidFill>
                <a:srgbClr val="010000"/>
              </a:solidFill>
              <a:latin typeface="Calibri"/>
            </a:rPr>
          </a:br>
          <a:r>
            <a:rPr lang="en-US" sz="1900" kern="1200" dirty="0">
              <a:latin typeface="Calibri"/>
            </a:rPr>
            <a:t>Exportable</a:t>
          </a:r>
          <a:r>
            <a:rPr lang="en-US" sz="1900" kern="1200" dirty="0"/>
            <a:t> interface used by Listing for CSV export</a:t>
          </a:r>
        </a:p>
      </dsp:txBody>
      <dsp:txXfrm>
        <a:off x="2639187" y="2790211"/>
        <a:ext cx="1739186" cy="173918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3B8240-D38E-4701-A4C0-5E643B87FD84}">
      <dsp:nvSpPr>
        <dsp:cNvPr id="0" name=""/>
        <dsp:cNvSpPr/>
      </dsp:nvSpPr>
      <dsp:spPr>
        <a:xfrm>
          <a:off x="2104907" y="958875"/>
          <a:ext cx="45371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53715" y="45720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19657" y="1002174"/>
        <a:ext cx="24215" cy="4843"/>
      </dsp:txXfrm>
    </dsp:sp>
    <dsp:sp modelId="{E5B18F9D-E769-4C0D-9CAB-74A08D3EFCE9}">
      <dsp:nvSpPr>
        <dsp:cNvPr id="0" name=""/>
        <dsp:cNvSpPr/>
      </dsp:nvSpPr>
      <dsp:spPr>
        <a:xfrm>
          <a:off x="986" y="372879"/>
          <a:ext cx="2105720" cy="126343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3182" tIns="108308" rIns="103182" bIns="108308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Three-layered architecture:</a:t>
          </a:r>
        </a:p>
      </dsp:txBody>
      <dsp:txXfrm>
        <a:off x="986" y="372879"/>
        <a:ext cx="2105720" cy="1263432"/>
      </dsp:txXfrm>
    </dsp:sp>
    <dsp:sp modelId="{025C7249-E2EF-4FBE-939E-1CB3CD355A6C}">
      <dsp:nvSpPr>
        <dsp:cNvPr id="0" name=""/>
        <dsp:cNvSpPr/>
      </dsp:nvSpPr>
      <dsp:spPr>
        <a:xfrm>
          <a:off x="1053846" y="1634511"/>
          <a:ext cx="2590036" cy="453715"/>
        </a:xfrm>
        <a:custGeom>
          <a:avLst/>
          <a:gdLst/>
          <a:ahLst/>
          <a:cxnLst/>
          <a:rect l="0" t="0" r="0" b="0"/>
          <a:pathLst>
            <a:path>
              <a:moveTo>
                <a:pt x="2590036" y="0"/>
              </a:moveTo>
              <a:lnTo>
                <a:pt x="2590036" y="243957"/>
              </a:lnTo>
              <a:lnTo>
                <a:pt x="0" y="243957"/>
              </a:lnTo>
              <a:lnTo>
                <a:pt x="0" y="453715"/>
              </a:lnTo>
            </a:path>
          </a:pathLst>
        </a:custGeom>
        <a:noFill/>
        <a:ln w="9525" cap="flat" cmpd="sng" algn="ctr">
          <a:solidFill>
            <a:schemeClr val="accent2">
              <a:hueOff val="1560506"/>
              <a:satOff val="-1946"/>
              <a:lumOff val="458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282991" y="1858948"/>
        <a:ext cx="131746" cy="4843"/>
      </dsp:txXfrm>
    </dsp:sp>
    <dsp:sp modelId="{E807FD70-B6AD-40AA-B711-3D59D6757C78}">
      <dsp:nvSpPr>
        <dsp:cNvPr id="0" name=""/>
        <dsp:cNvSpPr/>
      </dsp:nvSpPr>
      <dsp:spPr>
        <a:xfrm>
          <a:off x="2591022" y="372879"/>
          <a:ext cx="2105720" cy="1263432"/>
        </a:xfrm>
        <a:prstGeom prst="rect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3182" tIns="108308" rIns="103182" bIns="108308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Model: </a:t>
          </a:r>
          <a:r>
            <a:rPr lang="en-US" sz="1600" kern="1200" dirty="0">
              <a:latin typeface="Calibri"/>
            </a:rPr>
            <a:t>User, Listing, Item, Enum</a:t>
          </a:r>
          <a:endParaRPr lang="en-US" sz="1600" kern="1200" dirty="0"/>
        </a:p>
      </dsp:txBody>
      <dsp:txXfrm>
        <a:off x="2591022" y="372879"/>
        <a:ext cx="2105720" cy="1263432"/>
      </dsp:txXfrm>
    </dsp:sp>
    <dsp:sp modelId="{EB8507AE-024E-4DC9-BF03-ED28E4F53D3B}">
      <dsp:nvSpPr>
        <dsp:cNvPr id="0" name=""/>
        <dsp:cNvSpPr/>
      </dsp:nvSpPr>
      <dsp:spPr>
        <a:xfrm>
          <a:off x="2104907" y="2706624"/>
          <a:ext cx="45371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53715" y="45720"/>
              </a:lnTo>
            </a:path>
          </a:pathLst>
        </a:custGeom>
        <a:noFill/>
        <a:ln w="9525" cap="flat" cmpd="sng" algn="ctr">
          <a:solidFill>
            <a:schemeClr val="accent2">
              <a:hueOff val="3121013"/>
              <a:satOff val="-3893"/>
              <a:lumOff val="915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19657" y="2749922"/>
        <a:ext cx="24215" cy="4843"/>
      </dsp:txXfrm>
    </dsp:sp>
    <dsp:sp modelId="{C925DE1A-80BB-4B05-91FB-9DAD7352BD76}">
      <dsp:nvSpPr>
        <dsp:cNvPr id="0" name=""/>
        <dsp:cNvSpPr/>
      </dsp:nvSpPr>
      <dsp:spPr>
        <a:xfrm>
          <a:off x="986" y="2120627"/>
          <a:ext cx="2105720" cy="1263432"/>
        </a:xfrm>
        <a:prstGeom prst="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3182" tIns="108308" rIns="103182" bIns="108308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Controller: </a:t>
          </a:r>
          <a:r>
            <a:rPr lang="en-US" sz="1600" kern="1200" dirty="0">
              <a:latin typeface="Calibri"/>
            </a:rPr>
            <a:t>Auth,</a:t>
          </a:r>
          <a:r>
            <a:rPr lang="en-US" sz="1600" kern="1200" dirty="0"/>
            <a:t> </a:t>
          </a:r>
          <a:r>
            <a:rPr lang="en-US" sz="1600" kern="1200" dirty="0">
              <a:latin typeface="Calibri"/>
            </a:rPr>
            <a:t>CRUD requests, </a:t>
          </a:r>
          <a:r>
            <a:rPr lang="en-US" sz="1600" kern="1200" dirty="0"/>
            <a:t>endpoints for UI interaction</a:t>
          </a:r>
          <a:r>
            <a:rPr lang="en-US" sz="1600" kern="1200" dirty="0">
              <a:latin typeface="Calibri"/>
            </a:rPr>
            <a:t> and request flows.</a:t>
          </a:r>
          <a:endParaRPr lang="en-US" sz="1600" kern="1200" dirty="0"/>
        </a:p>
      </dsp:txBody>
      <dsp:txXfrm>
        <a:off x="986" y="2120627"/>
        <a:ext cx="2105720" cy="1263432"/>
      </dsp:txXfrm>
    </dsp:sp>
    <dsp:sp modelId="{CEABBFBE-6240-4DDC-8FA4-375CDD81C814}">
      <dsp:nvSpPr>
        <dsp:cNvPr id="0" name=""/>
        <dsp:cNvSpPr/>
      </dsp:nvSpPr>
      <dsp:spPr>
        <a:xfrm>
          <a:off x="1053846" y="3382260"/>
          <a:ext cx="2590036" cy="453715"/>
        </a:xfrm>
        <a:custGeom>
          <a:avLst/>
          <a:gdLst/>
          <a:ahLst/>
          <a:cxnLst/>
          <a:rect l="0" t="0" r="0" b="0"/>
          <a:pathLst>
            <a:path>
              <a:moveTo>
                <a:pt x="2590036" y="0"/>
              </a:moveTo>
              <a:lnTo>
                <a:pt x="2590036" y="243957"/>
              </a:lnTo>
              <a:lnTo>
                <a:pt x="0" y="243957"/>
              </a:lnTo>
              <a:lnTo>
                <a:pt x="0" y="453715"/>
              </a:lnTo>
            </a:path>
          </a:pathLst>
        </a:custGeom>
        <a:noFill/>
        <a:ln w="9525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282991" y="3606696"/>
        <a:ext cx="131746" cy="4843"/>
      </dsp:txXfrm>
    </dsp:sp>
    <dsp:sp modelId="{392BD8B5-F652-4649-B32F-72E1B53FC9EE}">
      <dsp:nvSpPr>
        <dsp:cNvPr id="0" name=""/>
        <dsp:cNvSpPr/>
      </dsp:nvSpPr>
      <dsp:spPr>
        <a:xfrm>
          <a:off x="2591022" y="2120627"/>
          <a:ext cx="2105720" cy="1263432"/>
        </a:xfrm>
        <a:prstGeom prst="rect">
          <a:avLst/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3182" tIns="108308" rIns="103182" bIns="108308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MongoDB for data persistence</a:t>
          </a:r>
        </a:p>
      </dsp:txBody>
      <dsp:txXfrm>
        <a:off x="2591022" y="2120627"/>
        <a:ext cx="2105720" cy="1263432"/>
      </dsp:txXfrm>
    </dsp:sp>
    <dsp:sp modelId="{FE10A272-44CF-40A0-97BB-DCE57A358D79}">
      <dsp:nvSpPr>
        <dsp:cNvPr id="0" name=""/>
        <dsp:cNvSpPr/>
      </dsp:nvSpPr>
      <dsp:spPr>
        <a:xfrm>
          <a:off x="986" y="3868376"/>
          <a:ext cx="2105720" cy="1263432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3182" tIns="108308" rIns="103182" bIns="108308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CSV Logger for tracking CRUD events</a:t>
          </a:r>
        </a:p>
      </dsp:txBody>
      <dsp:txXfrm>
        <a:off x="986" y="3868376"/>
        <a:ext cx="2105720" cy="126343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5A8D72-F5A1-4E20-A23B-69449592DD6C}">
      <dsp:nvSpPr>
        <dsp:cNvPr id="0" name=""/>
        <dsp:cNvSpPr/>
      </dsp:nvSpPr>
      <dsp:spPr>
        <a:xfrm>
          <a:off x="0" y="544526"/>
          <a:ext cx="4697730" cy="1433478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Milestone 1:</a:t>
          </a:r>
          <a:br>
            <a:rPr lang="en-US" sz="2000" kern="1200" dirty="0">
              <a:solidFill>
                <a:srgbClr val="010000"/>
              </a:solidFill>
              <a:latin typeface="Calibri"/>
            </a:rPr>
          </a:br>
          <a:r>
            <a:rPr lang="en-US" sz="2000" kern="1200" dirty="0"/>
            <a:t>UML, ER Diagrams, OOP design planning</a:t>
          </a:r>
        </a:p>
      </dsp:txBody>
      <dsp:txXfrm>
        <a:off x="69977" y="614503"/>
        <a:ext cx="4557776" cy="1293524"/>
      </dsp:txXfrm>
    </dsp:sp>
    <dsp:sp modelId="{739AD0D3-A536-4314-AD1F-B0D4EAA907B4}">
      <dsp:nvSpPr>
        <dsp:cNvPr id="0" name=""/>
        <dsp:cNvSpPr/>
      </dsp:nvSpPr>
      <dsp:spPr>
        <a:xfrm>
          <a:off x="0" y="2035604"/>
          <a:ext cx="4697730" cy="1433478"/>
        </a:xfrm>
        <a:prstGeom prst="roundRect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Milestone 2</a:t>
          </a:r>
          <a:r>
            <a:rPr lang="en-US" sz="2000" kern="1200" dirty="0">
              <a:latin typeface="Calibri"/>
            </a:rPr>
            <a:t>:</a:t>
          </a:r>
          <a:br>
            <a:rPr lang="en-US" sz="2000" kern="1200" dirty="0">
              <a:solidFill>
                <a:srgbClr val="010000"/>
              </a:solidFill>
              <a:latin typeface="Calibri"/>
            </a:rPr>
          </a:br>
          <a:r>
            <a:rPr lang="en-US" sz="2000" kern="1200" dirty="0"/>
            <a:t>Backend logic for user/pet/</a:t>
          </a:r>
          <a:r>
            <a:rPr lang="en-US" sz="2000" kern="1200" dirty="0">
              <a:latin typeface="Calibri"/>
            </a:rPr>
            <a:t>request</a:t>
          </a:r>
          <a:br>
            <a:rPr lang="en-US" sz="2000" kern="1200" dirty="0">
              <a:latin typeface="Calibri"/>
            </a:rPr>
          </a:br>
          <a:r>
            <a:rPr lang="en-US" sz="2000" kern="1200" dirty="0">
              <a:latin typeface="Calibri"/>
            </a:rPr>
            <a:t>CSV</a:t>
          </a:r>
          <a:r>
            <a:rPr lang="en-US" sz="2000" kern="1200" dirty="0"/>
            <a:t> logging, controller setup</a:t>
          </a:r>
        </a:p>
      </dsp:txBody>
      <dsp:txXfrm>
        <a:off x="69977" y="2105581"/>
        <a:ext cx="4557776" cy="1293524"/>
      </dsp:txXfrm>
    </dsp:sp>
    <dsp:sp modelId="{22F12227-5C35-4434-9811-B36A8035386C}">
      <dsp:nvSpPr>
        <dsp:cNvPr id="0" name=""/>
        <dsp:cNvSpPr/>
      </dsp:nvSpPr>
      <dsp:spPr>
        <a:xfrm>
          <a:off x="0" y="3526683"/>
          <a:ext cx="4697730" cy="1433478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rgbClr val="000000"/>
              </a:solidFill>
              <a:latin typeface="Calibri"/>
            </a:rPr>
            <a:t>Milestone 3:</a:t>
          </a:r>
          <a:br>
            <a:rPr lang="en-US" sz="2000" kern="1200" dirty="0">
              <a:solidFill>
                <a:srgbClr val="000000"/>
              </a:solidFill>
              <a:latin typeface="Calibri"/>
            </a:rPr>
          </a:br>
          <a:r>
            <a:rPr lang="en-US" sz="2000" kern="1200" dirty="0">
              <a:solidFill>
                <a:srgbClr val="000000"/>
              </a:solidFill>
              <a:latin typeface="Calibri"/>
            </a:rPr>
            <a:t>Frontend integration using React.js </a:t>
          </a:r>
          <a:br>
            <a:rPr lang="en-US" sz="2000" kern="1200" dirty="0">
              <a:solidFill>
                <a:srgbClr val="000000"/>
              </a:solidFill>
              <a:latin typeface="Calibri"/>
            </a:rPr>
          </a:br>
          <a:r>
            <a:rPr lang="en-US" sz="2000" kern="1200" dirty="0">
              <a:solidFill>
                <a:srgbClr val="000000"/>
              </a:solidFill>
              <a:latin typeface="Calibri"/>
            </a:rPr>
            <a:t>Finalized login/signup flows and dashboards</a:t>
          </a:r>
          <a:r>
            <a:rPr lang="en-US" sz="2000" kern="1200" dirty="0">
              <a:solidFill>
                <a:srgbClr val="444444"/>
              </a:solidFill>
              <a:latin typeface="Calibri"/>
            </a:rPr>
            <a:t>, </a:t>
          </a:r>
          <a:r>
            <a:rPr lang="en-US" sz="2000" kern="1200" dirty="0">
              <a:solidFill>
                <a:srgbClr val="000000"/>
              </a:solidFill>
              <a:latin typeface="Calibri"/>
            </a:rPr>
            <a:t>exception handling, testing.</a:t>
          </a:r>
        </a:p>
      </dsp:txBody>
      <dsp:txXfrm>
        <a:off x="69977" y="3596660"/>
        <a:ext cx="4557776" cy="129352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AF0F71-7CDD-49FC-9A78-5AB830E1EDA9}">
      <dsp:nvSpPr>
        <dsp:cNvPr id="0" name=""/>
        <dsp:cNvSpPr/>
      </dsp:nvSpPr>
      <dsp:spPr>
        <a:xfrm>
          <a:off x="0" y="1785"/>
          <a:ext cx="5035549" cy="90481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32B51F-919A-42FE-9EDF-8392B549E906}">
      <dsp:nvSpPr>
        <dsp:cNvPr id="0" name=""/>
        <dsp:cNvSpPr/>
      </dsp:nvSpPr>
      <dsp:spPr>
        <a:xfrm>
          <a:off x="273706" y="205368"/>
          <a:ext cx="497647" cy="49764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ADB702-0F4C-49DA-BF92-DFBAE6893E65}">
      <dsp:nvSpPr>
        <dsp:cNvPr id="0" name=""/>
        <dsp:cNvSpPr/>
      </dsp:nvSpPr>
      <dsp:spPr>
        <a:xfrm>
          <a:off x="1045060" y="1785"/>
          <a:ext cx="3990488" cy="9048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759" tIns="95759" rIns="95759" bIns="95759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Add real-time chat between adopter and shelter</a:t>
          </a:r>
        </a:p>
      </dsp:txBody>
      <dsp:txXfrm>
        <a:off x="1045060" y="1785"/>
        <a:ext cx="3990488" cy="904813"/>
      </dsp:txXfrm>
    </dsp:sp>
    <dsp:sp modelId="{A3AF9B06-84FE-47A9-8240-EE1FAEC4C2B8}">
      <dsp:nvSpPr>
        <dsp:cNvPr id="0" name=""/>
        <dsp:cNvSpPr/>
      </dsp:nvSpPr>
      <dsp:spPr>
        <a:xfrm>
          <a:off x="0" y="1132802"/>
          <a:ext cx="5035549" cy="90481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BBF94C-7AFF-4950-93EE-8DDC23264ECB}">
      <dsp:nvSpPr>
        <dsp:cNvPr id="0" name=""/>
        <dsp:cNvSpPr/>
      </dsp:nvSpPr>
      <dsp:spPr>
        <a:xfrm>
          <a:off x="273706" y="1336385"/>
          <a:ext cx="497647" cy="49764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8ADAE8-BB9A-4432-9EE9-134E94D5DEB5}">
      <dsp:nvSpPr>
        <dsp:cNvPr id="0" name=""/>
        <dsp:cNvSpPr/>
      </dsp:nvSpPr>
      <dsp:spPr>
        <a:xfrm>
          <a:off x="1045060" y="1132802"/>
          <a:ext cx="3990488" cy="9048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759" tIns="95759" rIns="95759" bIns="95759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Implement authentication tokens for secure login</a:t>
          </a:r>
        </a:p>
      </dsp:txBody>
      <dsp:txXfrm>
        <a:off x="1045060" y="1132802"/>
        <a:ext cx="3990488" cy="904813"/>
      </dsp:txXfrm>
    </dsp:sp>
    <dsp:sp modelId="{8759D537-9EB5-4EF1-ABE5-9E721226AA17}">
      <dsp:nvSpPr>
        <dsp:cNvPr id="0" name=""/>
        <dsp:cNvSpPr/>
      </dsp:nvSpPr>
      <dsp:spPr>
        <a:xfrm>
          <a:off x="0" y="2263820"/>
          <a:ext cx="5035549" cy="90481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E4C46F-9627-413F-8401-89FF522040AA}">
      <dsp:nvSpPr>
        <dsp:cNvPr id="0" name=""/>
        <dsp:cNvSpPr/>
      </dsp:nvSpPr>
      <dsp:spPr>
        <a:xfrm>
          <a:off x="273706" y="2467403"/>
          <a:ext cx="497647" cy="49764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B0456B-350D-4155-A084-5AEA73EE8BB6}">
      <dsp:nvSpPr>
        <dsp:cNvPr id="0" name=""/>
        <dsp:cNvSpPr/>
      </dsp:nvSpPr>
      <dsp:spPr>
        <a:xfrm>
          <a:off x="1045060" y="2263820"/>
          <a:ext cx="3990488" cy="9048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759" tIns="95759" rIns="95759" bIns="95759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Add analytics dashboard for admin</a:t>
          </a:r>
        </a:p>
      </dsp:txBody>
      <dsp:txXfrm>
        <a:off x="1045060" y="2263820"/>
        <a:ext cx="3990488" cy="904813"/>
      </dsp:txXfrm>
    </dsp:sp>
    <dsp:sp modelId="{9C7FCE02-C1B1-45BD-98DE-B952FF288CAC}">
      <dsp:nvSpPr>
        <dsp:cNvPr id="0" name=""/>
        <dsp:cNvSpPr/>
      </dsp:nvSpPr>
      <dsp:spPr>
        <a:xfrm>
          <a:off x="0" y="3394837"/>
          <a:ext cx="5035549" cy="90481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1D256B-7D22-4A0E-A0DB-A556A4071AD5}">
      <dsp:nvSpPr>
        <dsp:cNvPr id="0" name=""/>
        <dsp:cNvSpPr/>
      </dsp:nvSpPr>
      <dsp:spPr>
        <a:xfrm>
          <a:off x="273706" y="3598420"/>
          <a:ext cx="497647" cy="49764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F1561E-FB5C-4BEA-9D88-67819CC441AA}">
      <dsp:nvSpPr>
        <dsp:cNvPr id="0" name=""/>
        <dsp:cNvSpPr/>
      </dsp:nvSpPr>
      <dsp:spPr>
        <a:xfrm>
          <a:off x="1045060" y="3394837"/>
          <a:ext cx="3990488" cy="9048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759" tIns="95759" rIns="95759" bIns="95759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Improve UI responsiveness for mobile users</a:t>
          </a:r>
        </a:p>
      </dsp:txBody>
      <dsp:txXfrm>
        <a:off x="1045060" y="3394837"/>
        <a:ext cx="3990488" cy="90481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D58C57-EF5C-48BC-882C-9AB314407363}">
      <dsp:nvSpPr>
        <dsp:cNvPr id="0" name=""/>
        <dsp:cNvSpPr/>
      </dsp:nvSpPr>
      <dsp:spPr>
        <a:xfrm>
          <a:off x="0" y="405975"/>
          <a:ext cx="4718785" cy="4718785"/>
        </a:xfrm>
        <a:prstGeom prst="diamond">
          <a:avLst/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839AAE-4DE2-4C9B-92DD-7E2FD7D5C8A4}">
      <dsp:nvSpPr>
        <dsp:cNvPr id="0" name=""/>
        <dsp:cNvSpPr/>
      </dsp:nvSpPr>
      <dsp:spPr>
        <a:xfrm>
          <a:off x="448284" y="854259"/>
          <a:ext cx="1840326" cy="1840326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Learned practical application of OOP and MVC pattern</a:t>
          </a:r>
        </a:p>
      </dsp:txBody>
      <dsp:txXfrm>
        <a:off x="538121" y="944096"/>
        <a:ext cx="1660652" cy="1660652"/>
      </dsp:txXfrm>
    </dsp:sp>
    <dsp:sp modelId="{18EC6303-EF1D-458F-80C4-254FBCF9A143}">
      <dsp:nvSpPr>
        <dsp:cNvPr id="0" name=""/>
        <dsp:cNvSpPr/>
      </dsp:nvSpPr>
      <dsp:spPr>
        <a:xfrm>
          <a:off x="2430174" y="854259"/>
          <a:ext cx="1840326" cy="1840326"/>
        </a:xfrm>
        <a:prstGeom prst="roundRect">
          <a:avLst/>
        </a:prstGeom>
        <a:solidFill>
          <a:schemeClr val="accent5">
            <a:hueOff val="-3311292"/>
            <a:satOff val="13270"/>
            <a:lumOff val="287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Worked on end-to-end full stack development</a:t>
          </a:r>
          <a:r>
            <a:rPr lang="en-US" sz="1800" kern="1200" dirty="0">
              <a:latin typeface="Calibri"/>
            </a:rPr>
            <a:t> using Java</a:t>
          </a:r>
          <a:endParaRPr lang="en-US" sz="1800" kern="1200" dirty="0"/>
        </a:p>
      </dsp:txBody>
      <dsp:txXfrm>
        <a:off x="2520011" y="944096"/>
        <a:ext cx="1660652" cy="1660652"/>
      </dsp:txXfrm>
    </dsp:sp>
    <dsp:sp modelId="{4301FEEB-DB6E-45CD-9D34-516D61728DC6}">
      <dsp:nvSpPr>
        <dsp:cNvPr id="0" name=""/>
        <dsp:cNvSpPr/>
      </dsp:nvSpPr>
      <dsp:spPr>
        <a:xfrm>
          <a:off x="448284" y="2836149"/>
          <a:ext cx="1840326" cy="1840326"/>
        </a:xfrm>
        <a:prstGeom prst="roundRect">
          <a:avLst/>
        </a:prstGeom>
        <a:solidFill>
          <a:schemeClr val="accent5">
            <a:hueOff val="-6622584"/>
            <a:satOff val="26541"/>
            <a:lumOff val="575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Gained experience with </a:t>
          </a:r>
          <a:r>
            <a:rPr lang="en-US" sz="1800" kern="1200" dirty="0">
              <a:latin typeface="Calibri"/>
            </a:rPr>
            <a:t>SpringBoot, </a:t>
          </a:r>
          <a:r>
            <a:rPr lang="en-US" sz="1800" kern="1200" dirty="0"/>
            <a:t>MongoDB and React integration</a:t>
          </a:r>
        </a:p>
      </dsp:txBody>
      <dsp:txXfrm>
        <a:off x="538121" y="2925986"/>
        <a:ext cx="1660652" cy="1660652"/>
      </dsp:txXfrm>
    </dsp:sp>
    <dsp:sp modelId="{CE3EF593-7DC0-4B90-B03F-5B4659C6C0CA}">
      <dsp:nvSpPr>
        <dsp:cNvPr id="0" name=""/>
        <dsp:cNvSpPr/>
      </dsp:nvSpPr>
      <dsp:spPr>
        <a:xfrm>
          <a:off x="2430174" y="2836149"/>
          <a:ext cx="1840326" cy="1840326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Handled testing, </a:t>
          </a:r>
          <a:r>
            <a:rPr lang="en-US" sz="1800" kern="1200" dirty="0">
              <a:latin typeface="Calibri"/>
            </a:rPr>
            <a:t>validations, debugging</a:t>
          </a:r>
          <a:r>
            <a:rPr lang="en-US" sz="1800" kern="1200" dirty="0"/>
            <a:t> and exception management</a:t>
          </a:r>
        </a:p>
      </dsp:txBody>
      <dsp:txXfrm>
        <a:off x="2520011" y="2925986"/>
        <a:ext cx="1660652" cy="166065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6B7BCF-764F-4A99-BDEB-BF931F7B0F88}">
      <dsp:nvSpPr>
        <dsp:cNvPr id="0" name=""/>
        <dsp:cNvSpPr/>
      </dsp:nvSpPr>
      <dsp:spPr>
        <a:xfrm>
          <a:off x="585916" y="1423"/>
          <a:ext cx="1041169" cy="104116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72AB2B-54DF-4351-8C05-65183AA9B02E}">
      <dsp:nvSpPr>
        <dsp:cNvPr id="0" name=""/>
        <dsp:cNvSpPr/>
      </dsp:nvSpPr>
      <dsp:spPr>
        <a:xfrm>
          <a:off x="807805" y="223312"/>
          <a:ext cx="597392" cy="59739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3DDAC0-1FE0-4896-A818-33D30D15EB5F}">
      <dsp:nvSpPr>
        <dsp:cNvPr id="0" name=""/>
        <dsp:cNvSpPr/>
      </dsp:nvSpPr>
      <dsp:spPr>
        <a:xfrm>
          <a:off x="253083" y="1366892"/>
          <a:ext cx="1706835" cy="682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• Login and Sign Up Pages using React</a:t>
          </a:r>
        </a:p>
      </dsp:txBody>
      <dsp:txXfrm>
        <a:off x="253083" y="1366892"/>
        <a:ext cx="1706835" cy="682734"/>
      </dsp:txXfrm>
    </dsp:sp>
    <dsp:sp modelId="{9CF34D4E-CF17-43C3-825B-AC2FFC973CEF}">
      <dsp:nvSpPr>
        <dsp:cNvPr id="0" name=""/>
        <dsp:cNvSpPr/>
      </dsp:nvSpPr>
      <dsp:spPr>
        <a:xfrm>
          <a:off x="2591448" y="1423"/>
          <a:ext cx="1041169" cy="104116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D76915-3C53-462E-9E29-7DB44E02FF11}">
      <dsp:nvSpPr>
        <dsp:cNvPr id="0" name=""/>
        <dsp:cNvSpPr/>
      </dsp:nvSpPr>
      <dsp:spPr>
        <a:xfrm>
          <a:off x="2813337" y="223312"/>
          <a:ext cx="597392" cy="59739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7B9D72-2C7B-447D-A19B-C53936D28A71}">
      <dsp:nvSpPr>
        <dsp:cNvPr id="0" name=""/>
        <dsp:cNvSpPr/>
      </dsp:nvSpPr>
      <dsp:spPr>
        <a:xfrm>
          <a:off x="2258615" y="1366892"/>
          <a:ext cx="1706835" cy="682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• Dashboard with pet listings and request buttons</a:t>
          </a:r>
        </a:p>
      </dsp:txBody>
      <dsp:txXfrm>
        <a:off x="2258615" y="1366892"/>
        <a:ext cx="1706835" cy="682734"/>
      </dsp:txXfrm>
    </dsp:sp>
    <dsp:sp modelId="{97D33FCB-7885-4BFA-97CC-4FFABF993FBE}">
      <dsp:nvSpPr>
        <dsp:cNvPr id="0" name=""/>
        <dsp:cNvSpPr/>
      </dsp:nvSpPr>
      <dsp:spPr>
        <a:xfrm>
          <a:off x="4596981" y="1423"/>
          <a:ext cx="1041169" cy="104116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119F19-1BDF-4843-BDA1-82DF87F9F7E2}">
      <dsp:nvSpPr>
        <dsp:cNvPr id="0" name=""/>
        <dsp:cNvSpPr/>
      </dsp:nvSpPr>
      <dsp:spPr>
        <a:xfrm>
          <a:off x="4818869" y="223312"/>
          <a:ext cx="597392" cy="59739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7857D3-D201-4E13-8295-8C9C0F99917C}">
      <dsp:nvSpPr>
        <dsp:cNvPr id="0" name=""/>
        <dsp:cNvSpPr/>
      </dsp:nvSpPr>
      <dsp:spPr>
        <a:xfrm>
          <a:off x="4264148" y="1366892"/>
          <a:ext cx="1706835" cy="682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• Admin views and approves/rejects requests</a:t>
          </a:r>
        </a:p>
      </dsp:txBody>
      <dsp:txXfrm>
        <a:off x="4264148" y="1366892"/>
        <a:ext cx="1706835" cy="682734"/>
      </dsp:txXfrm>
    </dsp:sp>
    <dsp:sp modelId="{E89276D1-236A-4A89-A018-8F2B8F9E2EFB}">
      <dsp:nvSpPr>
        <dsp:cNvPr id="0" name=""/>
        <dsp:cNvSpPr/>
      </dsp:nvSpPr>
      <dsp:spPr>
        <a:xfrm>
          <a:off x="6602513" y="1423"/>
          <a:ext cx="1041169" cy="104116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88AF65-17FD-4D6E-BC74-D857900E3EFF}">
      <dsp:nvSpPr>
        <dsp:cNvPr id="0" name=""/>
        <dsp:cNvSpPr/>
      </dsp:nvSpPr>
      <dsp:spPr>
        <a:xfrm>
          <a:off x="6824402" y="223312"/>
          <a:ext cx="597392" cy="59739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BEF115-F4EF-41D8-B605-EEF234A519A1}">
      <dsp:nvSpPr>
        <dsp:cNvPr id="0" name=""/>
        <dsp:cNvSpPr/>
      </dsp:nvSpPr>
      <dsp:spPr>
        <a:xfrm>
          <a:off x="6269680" y="1366892"/>
          <a:ext cx="1706835" cy="682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• Requests and logs viewable via MongoDB/CSV</a:t>
          </a:r>
        </a:p>
      </dsp:txBody>
      <dsp:txXfrm>
        <a:off x="6269680" y="1366892"/>
        <a:ext cx="1706835" cy="682734"/>
      </dsp:txXfrm>
    </dsp:sp>
    <dsp:sp modelId="{018A4892-A194-46EA-8563-956FE5059F6C}">
      <dsp:nvSpPr>
        <dsp:cNvPr id="0" name=""/>
        <dsp:cNvSpPr/>
      </dsp:nvSpPr>
      <dsp:spPr>
        <a:xfrm>
          <a:off x="3594215" y="2476335"/>
          <a:ext cx="1041169" cy="104116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B225FC-D143-4110-940B-95E7A5B20C4E}">
      <dsp:nvSpPr>
        <dsp:cNvPr id="0" name=""/>
        <dsp:cNvSpPr/>
      </dsp:nvSpPr>
      <dsp:spPr>
        <a:xfrm>
          <a:off x="3816103" y="2698224"/>
          <a:ext cx="597392" cy="59739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70815B-B36C-4CDF-8400-089410A7ED66}">
      <dsp:nvSpPr>
        <dsp:cNvPr id="0" name=""/>
        <dsp:cNvSpPr/>
      </dsp:nvSpPr>
      <dsp:spPr>
        <a:xfrm>
          <a:off x="3261382" y="3841804"/>
          <a:ext cx="1706835" cy="682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• URL: GitHub link and running demo (if applicable)</a:t>
          </a:r>
        </a:p>
      </dsp:txBody>
      <dsp:txXfrm>
        <a:off x="3261382" y="3841804"/>
        <a:ext cx="1706835" cy="6827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3771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2996" y="4267832"/>
            <a:ext cx="3604497" cy="1297115"/>
          </a:xfrm>
        </p:spPr>
        <p:txBody>
          <a:bodyPr anchor="t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3000">
                <a:solidFill>
                  <a:schemeClr val="tx2"/>
                </a:solidFill>
              </a:rPr>
              <a:t>Pet Adoption 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43224" y="3428999"/>
            <a:ext cx="3604268" cy="838831"/>
          </a:xfrm>
        </p:spPr>
        <p:txBody>
          <a:bodyPr anchor="b">
            <a:normAutofit/>
          </a:bodyPr>
          <a:lstStyle/>
          <a:p>
            <a:pPr algn="l"/>
            <a:r>
              <a:rPr lang="en-US" sz="1700">
                <a:solidFill>
                  <a:schemeClr val="tx2"/>
                </a:solidFill>
              </a:rPr>
              <a:t>CSYE 6200 Final Project - Group 2</a:t>
            </a:r>
          </a:p>
        </p:txBody>
      </p:sp>
      <p:pic>
        <p:nvPicPr>
          <p:cNvPr id="7" name="Graphic 6" descr="Dog">
            <a:extLst>
              <a:ext uri="{FF2B5EF4-FFF2-40B4-BE49-F238E27FC236}">
                <a16:creationId xmlns:a16="http://schemas.microsoft.com/office/drawing/2014/main" id="{5F1EAE50-C72B-204C-3A0C-B54CEF2BC7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5352" y="2333040"/>
            <a:ext cx="3106320" cy="310632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89" y="-5977"/>
            <a:ext cx="467900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BBE9C8-B5BD-27AF-B191-DBB4438B8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160" y="457200"/>
            <a:ext cx="818223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5700"/>
              <a:t>Group Members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37560" y="1850683"/>
            <a:ext cx="2468880" cy="18288"/>
          </a:xfrm>
          <a:custGeom>
            <a:avLst/>
            <a:gdLst>
              <a:gd name="connsiteX0" fmla="*/ 0 w 2468880"/>
              <a:gd name="connsiteY0" fmla="*/ 0 h 18288"/>
              <a:gd name="connsiteX1" fmla="*/ 592531 w 2468880"/>
              <a:gd name="connsiteY1" fmla="*/ 0 h 18288"/>
              <a:gd name="connsiteX2" fmla="*/ 1160374 w 2468880"/>
              <a:gd name="connsiteY2" fmla="*/ 0 h 18288"/>
              <a:gd name="connsiteX3" fmla="*/ 1728216 w 2468880"/>
              <a:gd name="connsiteY3" fmla="*/ 0 h 18288"/>
              <a:gd name="connsiteX4" fmla="*/ 2468880 w 2468880"/>
              <a:gd name="connsiteY4" fmla="*/ 0 h 18288"/>
              <a:gd name="connsiteX5" fmla="*/ 2468880 w 2468880"/>
              <a:gd name="connsiteY5" fmla="*/ 18288 h 18288"/>
              <a:gd name="connsiteX6" fmla="*/ 1802282 w 2468880"/>
              <a:gd name="connsiteY6" fmla="*/ 18288 h 18288"/>
              <a:gd name="connsiteX7" fmla="*/ 1209751 w 2468880"/>
              <a:gd name="connsiteY7" fmla="*/ 18288 h 18288"/>
              <a:gd name="connsiteX8" fmla="*/ 641909 w 2468880"/>
              <a:gd name="connsiteY8" fmla="*/ 18288 h 18288"/>
              <a:gd name="connsiteX9" fmla="*/ 0 w 2468880"/>
              <a:gd name="connsiteY9" fmla="*/ 18288 h 18288"/>
              <a:gd name="connsiteX10" fmla="*/ 0 w 2468880"/>
              <a:gd name="connsiteY10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68880" h="18288" fill="none" extrusionOk="0">
                <a:moveTo>
                  <a:pt x="0" y="0"/>
                </a:moveTo>
                <a:cubicBezTo>
                  <a:pt x="171523" y="-1510"/>
                  <a:pt x="416079" y="20036"/>
                  <a:pt x="592531" y="0"/>
                </a:cubicBezTo>
                <a:cubicBezTo>
                  <a:pt x="768983" y="-20036"/>
                  <a:pt x="878305" y="13110"/>
                  <a:pt x="1160374" y="0"/>
                </a:cubicBezTo>
                <a:cubicBezTo>
                  <a:pt x="1442443" y="-13110"/>
                  <a:pt x="1612108" y="24695"/>
                  <a:pt x="1728216" y="0"/>
                </a:cubicBezTo>
                <a:cubicBezTo>
                  <a:pt x="1844324" y="-24695"/>
                  <a:pt x="2271040" y="20667"/>
                  <a:pt x="2468880" y="0"/>
                </a:cubicBezTo>
                <a:cubicBezTo>
                  <a:pt x="2468302" y="4771"/>
                  <a:pt x="2469633" y="12323"/>
                  <a:pt x="2468880" y="18288"/>
                </a:cubicBezTo>
                <a:cubicBezTo>
                  <a:pt x="2229297" y="-14659"/>
                  <a:pt x="2066775" y="30253"/>
                  <a:pt x="1802282" y="18288"/>
                </a:cubicBezTo>
                <a:cubicBezTo>
                  <a:pt x="1537789" y="6323"/>
                  <a:pt x="1379930" y="22266"/>
                  <a:pt x="1209751" y="18288"/>
                </a:cubicBezTo>
                <a:cubicBezTo>
                  <a:pt x="1039572" y="14310"/>
                  <a:pt x="837025" y="12850"/>
                  <a:pt x="641909" y="18288"/>
                </a:cubicBezTo>
                <a:cubicBezTo>
                  <a:pt x="446793" y="23726"/>
                  <a:pt x="170561" y="18472"/>
                  <a:pt x="0" y="18288"/>
                </a:cubicBezTo>
                <a:cubicBezTo>
                  <a:pt x="841" y="12879"/>
                  <a:pt x="-726" y="3977"/>
                  <a:pt x="0" y="0"/>
                </a:cubicBezTo>
                <a:close/>
              </a:path>
              <a:path w="2468880" h="18288" stroke="0" extrusionOk="0">
                <a:moveTo>
                  <a:pt x="0" y="0"/>
                </a:moveTo>
                <a:cubicBezTo>
                  <a:pt x="190931" y="24910"/>
                  <a:pt x="333688" y="11559"/>
                  <a:pt x="567842" y="0"/>
                </a:cubicBezTo>
                <a:cubicBezTo>
                  <a:pt x="801996" y="-11559"/>
                  <a:pt x="939971" y="-5677"/>
                  <a:pt x="1234440" y="0"/>
                </a:cubicBezTo>
                <a:cubicBezTo>
                  <a:pt x="1528909" y="5677"/>
                  <a:pt x="1658539" y="5184"/>
                  <a:pt x="1777594" y="0"/>
                </a:cubicBezTo>
                <a:cubicBezTo>
                  <a:pt x="1896649" y="-5184"/>
                  <a:pt x="2186164" y="23915"/>
                  <a:pt x="2468880" y="0"/>
                </a:cubicBezTo>
                <a:cubicBezTo>
                  <a:pt x="2468266" y="8857"/>
                  <a:pt x="2469384" y="13619"/>
                  <a:pt x="2468880" y="18288"/>
                </a:cubicBezTo>
                <a:cubicBezTo>
                  <a:pt x="2271330" y="36599"/>
                  <a:pt x="2001027" y="31554"/>
                  <a:pt x="1876349" y="18288"/>
                </a:cubicBezTo>
                <a:cubicBezTo>
                  <a:pt x="1751671" y="5022"/>
                  <a:pt x="1364652" y="15063"/>
                  <a:pt x="1209751" y="18288"/>
                </a:cubicBezTo>
                <a:cubicBezTo>
                  <a:pt x="1054850" y="21513"/>
                  <a:pt x="748438" y="20074"/>
                  <a:pt x="617220" y="18288"/>
                </a:cubicBezTo>
                <a:cubicBezTo>
                  <a:pt x="486002" y="16502"/>
                  <a:pt x="237432" y="27200"/>
                  <a:pt x="0" y="18288"/>
                </a:cubicBezTo>
                <a:cubicBezTo>
                  <a:pt x="-487" y="10816"/>
                  <a:pt x="-839" y="605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person standing in front of a body of water&#10;&#10;AI-generated content may be incorrect.">
            <a:extLst>
              <a:ext uri="{FF2B5EF4-FFF2-40B4-BE49-F238E27FC236}">
                <a16:creationId xmlns:a16="http://schemas.microsoft.com/office/drawing/2014/main" id="{6A7D2DD9-F16B-0ABB-CAAB-202AB1378A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2925" r="-2" b="23173"/>
          <a:stretch/>
        </p:blipFill>
        <p:spPr>
          <a:xfrm>
            <a:off x="916454" y="2178130"/>
            <a:ext cx="2429910" cy="2494661"/>
          </a:xfrm>
          <a:prstGeom prst="rect">
            <a:avLst/>
          </a:prstGeom>
        </p:spPr>
      </p:pic>
      <p:pic>
        <p:nvPicPr>
          <p:cNvPr id="7" name="Content Placeholder 4" descr="A person wearing glasses and a backpack&#10;&#10;AI-generated content may be incorrect.">
            <a:extLst>
              <a:ext uri="{FF2B5EF4-FFF2-40B4-BE49-F238E27FC236}">
                <a16:creationId xmlns:a16="http://schemas.microsoft.com/office/drawing/2014/main" id="{0609E419-A970-E348-5DA1-1E1021A5292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00" b="700"/>
          <a:stretch/>
        </p:blipFill>
        <p:spPr>
          <a:xfrm>
            <a:off x="5385511" y="2178130"/>
            <a:ext cx="2530092" cy="2494661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8D395D2D-0843-C7DC-A299-B1122AC565BB}"/>
              </a:ext>
            </a:extLst>
          </p:cNvPr>
          <p:cNvSpPr/>
          <p:nvPr/>
        </p:nvSpPr>
        <p:spPr>
          <a:xfrm>
            <a:off x="1619326" y="2753218"/>
            <a:ext cx="914400" cy="914400"/>
          </a:xfrm>
          <a:prstGeom prst="ellipse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F376D4-DE4A-0C08-E3BF-7BA42C22A4A5}"/>
              </a:ext>
            </a:extLst>
          </p:cNvPr>
          <p:cNvSpPr txBox="1"/>
          <p:nvPr/>
        </p:nvSpPr>
        <p:spPr>
          <a:xfrm>
            <a:off x="904875" y="4800599"/>
            <a:ext cx="238124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Calibri"/>
                <a:cs typeface="Calibri"/>
              </a:rPr>
              <a:t>Shreyas Pogal Naveen</a:t>
            </a:r>
            <a:br>
              <a:rPr lang="en-US" dirty="0"/>
            </a:br>
            <a:r>
              <a:rPr lang="en-US" dirty="0">
                <a:ea typeface="Calibri"/>
                <a:cs typeface="Calibri"/>
              </a:rPr>
              <a:t>  002201845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4E8F2F-1DBA-34C4-C438-6A2D39E1E4EA}"/>
              </a:ext>
            </a:extLst>
          </p:cNvPr>
          <p:cNvSpPr txBox="1"/>
          <p:nvPr/>
        </p:nvSpPr>
        <p:spPr>
          <a:xfrm>
            <a:off x="5458660" y="4800599"/>
            <a:ext cx="238124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Calibri"/>
                <a:cs typeface="Calibri"/>
              </a:rPr>
              <a:t>  Ujwal Chandrashekar</a:t>
            </a:r>
            <a:br>
              <a:rPr lang="en-US" dirty="0"/>
            </a:br>
            <a:r>
              <a:rPr lang="en-US" dirty="0">
                <a:ea typeface="Calibri"/>
                <a:cs typeface="Calibri"/>
              </a:rPr>
              <a:t>    002193079</a:t>
            </a:r>
          </a:p>
        </p:txBody>
      </p:sp>
    </p:spTree>
    <p:extLst>
      <p:ext uri="{BB962C8B-B14F-4D97-AF65-F5344CB8AC3E}">
        <p14:creationId xmlns:p14="http://schemas.microsoft.com/office/powerpoint/2010/main" val="6669633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7188"/>
            <a:ext cx="7886700" cy="1133499"/>
          </a:xfrm>
        </p:spPr>
        <p:txBody>
          <a:bodyPr>
            <a:normAutofit/>
          </a:bodyPr>
          <a:lstStyle/>
          <a:p>
            <a:r>
              <a:rPr lang="en-US" sz="4500"/>
              <a:t>Technology Stack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9317152-5B96-BA20-B7E2-5AB3BE8AEAC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45592913"/>
              </p:ext>
            </p:extLst>
          </p:nvPr>
        </p:nvGraphicFramePr>
        <p:xfrm>
          <a:off x="628650" y="1828800"/>
          <a:ext cx="78867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3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024C55-3418-5CC5-10C7-CB91A4E44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827C515-1D1A-D2A3-1149-71E28F16C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" y="0"/>
            <a:ext cx="9141714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23D5DBB-B72E-47EC-6893-3C182F8943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" y="0"/>
            <a:ext cx="9141714" cy="6858000"/>
          </a:xfrm>
          <a:prstGeom prst="rect">
            <a:avLst/>
          </a:prstGeom>
          <a:solidFill>
            <a:schemeClr val="bg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E0F31F7-A59B-C6AD-C677-9874E8F224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8743" y="709375"/>
            <a:ext cx="8035257" cy="5433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7DED717-8B74-F75A-A520-CD5E945BF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084243" y="1789005"/>
            <a:ext cx="5413238" cy="3244751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7A656E-BC0A-D98B-20B0-53C7DB455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725" y="675564"/>
            <a:ext cx="2707375" cy="5204085"/>
          </a:xfrm>
        </p:spPr>
        <p:txBody>
          <a:bodyPr>
            <a:normAutofit/>
          </a:bodyPr>
          <a:lstStyle/>
          <a:p>
            <a:r>
              <a:rPr lang="en-US" dirty="0"/>
              <a:t>OOD</a:t>
            </a:r>
            <a:br>
              <a:rPr lang="en-US" dirty="0"/>
            </a:br>
            <a:r>
              <a:rPr lang="en-US" dirty="0"/>
              <a:t> Concepts</a:t>
            </a:r>
            <a:endParaRPr lang="en-US" dirty="0">
              <a:ea typeface="Calibri"/>
              <a:cs typeface="Calibri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C06E7A5-7964-07F0-E457-B5154146A5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524492" y="5610"/>
            <a:ext cx="0" cy="685800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68D83F0-0A7E-E39B-ACA4-336C94564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18001"/>
            <a:ext cx="9144000" cy="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D940DB5-2C9E-38A1-A05D-8A4FB0E1BBB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582547" y="819369"/>
          <a:ext cx="4941945" cy="52439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553163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CC231C8-C761-4B31-9B1C-C6D19248C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7189"/>
            <a:ext cx="2530602" cy="5567891"/>
          </a:xfrm>
        </p:spPr>
        <p:txBody>
          <a:bodyPr>
            <a:normAutofit/>
          </a:bodyPr>
          <a:lstStyle/>
          <a:p>
            <a:r>
              <a:rPr lang="en-US" sz="3500"/>
              <a:t>System Architecture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ED038DC-BB27-BCD3-55A8-3F52FCA10A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78883130"/>
              </p:ext>
            </p:extLst>
          </p:nvPr>
        </p:nvGraphicFramePr>
        <p:xfrm>
          <a:off x="3819906" y="620392"/>
          <a:ext cx="469773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3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EB4D81-4229-E134-D67C-E0978A692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D67E3DD-27A1-24A7-1F73-5F5CF2A096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" y="0"/>
            <a:ext cx="9141714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E2A117D-2A4D-EFE2-F09C-936ADF39D0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" y="0"/>
            <a:ext cx="9141714" cy="6858000"/>
          </a:xfrm>
          <a:prstGeom prst="rect">
            <a:avLst/>
          </a:prstGeom>
          <a:solidFill>
            <a:schemeClr val="bg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2A29CA1-7911-A708-9DC3-FB94411CF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8743" y="709375"/>
            <a:ext cx="8035257" cy="5433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699ACB5-9A14-5212-BE23-9C86F636D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084243" y="1789005"/>
            <a:ext cx="5413238" cy="3244751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82199B-EF0C-4AF9-2A16-758EF6222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725" y="675564"/>
            <a:ext cx="2707375" cy="5204085"/>
          </a:xfrm>
        </p:spPr>
        <p:txBody>
          <a:bodyPr>
            <a:normAutofit/>
          </a:bodyPr>
          <a:lstStyle/>
          <a:p>
            <a:r>
              <a:rPr lang="en-US" dirty="0"/>
              <a:t>UML</a:t>
            </a:r>
            <a:br>
              <a:rPr lang="en-US" dirty="0"/>
            </a:br>
            <a:r>
              <a:rPr lang="en-US" dirty="0"/>
              <a:t> Diagram</a:t>
            </a:r>
            <a:endParaRPr lang="en-US" dirty="0">
              <a:ea typeface="Calibri"/>
              <a:cs typeface="Calibri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6513FA6-CF75-2961-3E59-78801598AE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524492" y="5610"/>
            <a:ext cx="0" cy="685800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BF34D2C-AAC3-55F1-44AD-557C91D026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18001"/>
            <a:ext cx="9144000" cy="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Content Placeholder 23" descr="A diagram of a computer&#10;&#10;AI-generated content may be incorrect.">
            <a:extLst>
              <a:ext uri="{FF2B5EF4-FFF2-40B4-BE49-F238E27FC236}">
                <a16:creationId xmlns:a16="http://schemas.microsoft.com/office/drawing/2014/main" id="{ABE5211E-E1B4-8866-D0E8-A725E29BF5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84671" y="791991"/>
            <a:ext cx="4078103" cy="5357190"/>
          </a:xfrm>
        </p:spPr>
      </p:pic>
    </p:spTree>
    <p:extLst>
      <p:ext uri="{BB962C8B-B14F-4D97-AF65-F5344CB8AC3E}">
        <p14:creationId xmlns:p14="http://schemas.microsoft.com/office/powerpoint/2010/main" val="19066641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3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7F3EA4-F980-2FD7-4169-7C6849F36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9888098-350E-A863-FA0E-269FEE9D53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" y="0"/>
            <a:ext cx="9141714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CA4F82B-1B90-630B-EAA8-1D07B007B1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" y="0"/>
            <a:ext cx="9141714" cy="6858000"/>
          </a:xfrm>
          <a:prstGeom prst="rect">
            <a:avLst/>
          </a:prstGeom>
          <a:solidFill>
            <a:schemeClr val="bg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06855F1-7F49-21C9-8A28-5C1735F0F0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8743" y="709375"/>
            <a:ext cx="8035257" cy="5433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ACF94DD-80B8-0C73-97B9-4849F8DA15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084243" y="1789005"/>
            <a:ext cx="5413238" cy="3244751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95FFC0-8AE8-707D-04B6-31BFC30A7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725" y="675564"/>
            <a:ext cx="2707375" cy="5204085"/>
          </a:xfrm>
        </p:spPr>
        <p:txBody>
          <a:bodyPr>
            <a:normAutofit/>
          </a:bodyPr>
          <a:lstStyle/>
          <a:p>
            <a:r>
              <a:rPr lang="en-US"/>
              <a:t>ER</a:t>
            </a:r>
            <a:br>
              <a:rPr lang="en-US" dirty="0"/>
            </a:br>
            <a:r>
              <a:rPr lang="en-US" dirty="0"/>
              <a:t> Diagram</a:t>
            </a:r>
            <a:endParaRPr lang="en-US">
              <a:ea typeface="Calibri"/>
              <a:cs typeface="Calibri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412C2D3-1E8D-4AF2-0FD9-7D1B99B210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524492" y="5610"/>
            <a:ext cx="0" cy="685800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C8C0BBA-E2BC-E760-F41E-D12FB8C7D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18001"/>
            <a:ext cx="9144000" cy="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Content Placeholder 2" descr="A diagram of a computer&#10;&#10;AI-generated content may be incorrect.">
            <a:extLst>
              <a:ext uri="{FF2B5EF4-FFF2-40B4-BE49-F238E27FC236}">
                <a16:creationId xmlns:a16="http://schemas.microsoft.com/office/drawing/2014/main" id="{0D0475FC-196D-43B1-DAE6-3F04018F61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64486" y="702539"/>
            <a:ext cx="4838958" cy="5446642"/>
          </a:xfrm>
        </p:spPr>
      </p:pic>
    </p:spTree>
    <p:extLst>
      <p:ext uri="{BB962C8B-B14F-4D97-AF65-F5344CB8AC3E}">
        <p14:creationId xmlns:p14="http://schemas.microsoft.com/office/powerpoint/2010/main" val="37408071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CC231C8-C761-4B31-9B1C-C6D19248C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7189"/>
            <a:ext cx="2530602" cy="5567891"/>
          </a:xfrm>
        </p:spPr>
        <p:txBody>
          <a:bodyPr>
            <a:normAutofit/>
          </a:bodyPr>
          <a:lstStyle/>
          <a:p>
            <a:r>
              <a:rPr lang="en-US" sz="4500" dirty="0"/>
              <a:t>Milestone Summary</a:t>
            </a:r>
            <a:endParaRPr lang="en-US" sz="4500" dirty="0">
              <a:ea typeface="Calibri"/>
              <a:cs typeface="Calibri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B5A812C-5790-75AF-554A-DEDCADFF22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77482908"/>
              </p:ext>
            </p:extLst>
          </p:nvPr>
        </p:nvGraphicFramePr>
        <p:xfrm>
          <a:off x="3819906" y="620392"/>
          <a:ext cx="469773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9F23E05-E5C5-497C-A842-7BD21B207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06440"/>
          </a:xfrm>
        </p:spPr>
        <p:txBody>
          <a:bodyPr>
            <a:normAutofit/>
          </a:bodyPr>
          <a:lstStyle/>
          <a:p>
            <a:r>
              <a:rPr lang="en-US" sz="3500"/>
              <a:t>Future Scope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4E7C44-D7B6-3DB4-DF1B-203FF39AEA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709" r="49191" b="15"/>
          <a:stretch/>
        </p:blipFill>
        <p:spPr>
          <a:xfrm>
            <a:off x="5991972" y="1843285"/>
            <a:ext cx="2523376" cy="3728611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28695C6-B51F-1544-F50D-17BCE5339E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4240064"/>
              </p:ext>
            </p:extLst>
          </p:nvPr>
        </p:nvGraphicFramePr>
        <p:xfrm>
          <a:off x="628650" y="1825625"/>
          <a:ext cx="5035549" cy="4301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384350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43467"/>
            <a:ext cx="2213403" cy="5571066"/>
          </a:xfrm>
        </p:spPr>
        <p:txBody>
          <a:bodyPr>
            <a:normAutofit/>
          </a:bodyPr>
          <a:lstStyle/>
          <a:p>
            <a:r>
              <a:rPr lang="en-US" sz="3700">
                <a:solidFill>
                  <a:srgbClr val="FFFFFF"/>
                </a:solidFill>
              </a:rPr>
              <a:t>Key Takeaways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032F778-43AA-5485-C6DA-9094E083D8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66060103"/>
              </p:ext>
            </p:extLst>
          </p:nvPr>
        </p:nvGraphicFramePr>
        <p:xfrm>
          <a:off x="3905730" y="643466"/>
          <a:ext cx="4718785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Demo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FBD45BAA-9607-4523-6C48-8620AC210C8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Pet Adoption Management System</vt:lpstr>
      <vt:lpstr>Group Members</vt:lpstr>
      <vt:lpstr>Technology Stack</vt:lpstr>
      <vt:lpstr>OOD  Concepts</vt:lpstr>
      <vt:lpstr>System Architecture</vt:lpstr>
      <vt:lpstr>UML  Diagram</vt:lpstr>
      <vt:lpstr>ER  Diagram</vt:lpstr>
      <vt:lpstr>Milestone Summary</vt:lpstr>
      <vt:lpstr>Future Scope</vt:lpstr>
      <vt:lpstr>Key Takeaways</vt:lpstr>
      <vt:lpstr>Project Demo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178</cp:revision>
  <dcterms:created xsi:type="dcterms:W3CDTF">2013-01-27T09:14:16Z</dcterms:created>
  <dcterms:modified xsi:type="dcterms:W3CDTF">2025-04-14T17:48:32Z</dcterms:modified>
  <cp:category/>
</cp:coreProperties>
</file>